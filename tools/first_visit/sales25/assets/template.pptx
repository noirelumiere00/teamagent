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738cfd17c9494b88" /><Relationship Type="http://schemas.openxmlformats.org/officeDocument/2006/relationships/extended-properties" Target="/docProps/app.xml" Id="Rad086fda49bf410d" /><Relationship Type="http://schemas.openxmlformats.org/officeDocument/2006/relationships/officeDocument" Target="/ppt/presentation.xml" Id="R55575981b9d9406d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2db71d5ba30481c"/>
  </p:sldMasterIdLst>
  <p:sldIdLst>
    <p:sldId id="256" r:id="Rf6fdc03e76a34050"/>
    <p:sldId id="257" r:id="R03dc810de9724847"/>
    <p:sldId id="258" r:id="R28e306d4004f4f84"/>
    <p:sldId id="259" r:id="R3a9aabe0ef2d4013"/>
    <p:sldId id="260" r:id="R5c93aee0b3b04be6"/>
    <p:sldId id="261" r:id="R60f4d55abb0349c6"/>
    <p:sldId id="262" r:id="R0ff93ca3bcd64190"/>
    <p:sldId id="263" r:id="R7b64dfaf0d1445bf"/>
    <p:sldId id="264" r:id="R24fed6bfa4fc414a"/>
    <p:sldId id="265" r:id="Ra61739056d704427"/>
    <p:sldId id="266" r:id="R685cd776f8da41d8"/>
    <p:sldId id="267" r:id="R50b60de9fe124782"/>
    <p:sldId id="268" r:id="R886628615c904fdc"/>
    <p:sldId id="269" r:id="Rf7e36b5b8531400a"/>
    <p:sldId id="270" r:id="R2bec9ec0b6594645"/>
    <p:sldId id="271" r:id="R32d6eb20169943f2"/>
    <p:sldId id="272" r:id="R0f5fa024079041ff"/>
    <p:sldId id="273" r:id="R36bfc5a877a048cc"/>
    <p:sldId id="274" r:id="Rdebb7f1611134e0d"/>
    <p:sldId id="275" r:id="R17bd0cf33df54616"/>
    <p:sldId id="276" r:id="Ra12e8330df93425f"/>
    <p:sldId id="277" r:id="Re31c7d65be19431a"/>
    <p:sldId id="278" r:id="R42f74591041a4882"/>
    <p:sldId id="279" r:id="Rb148d61f6182493a"/>
    <p:sldId id="280" r:id="Rd87cb41f47fa4e32"/>
  </p:sldIdLst>
  <p:sldSz cx="18288000" cy="10287000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ea8d986b00264944" /><ns0:Relationship Type="http://schemas.openxmlformats.org/officeDocument/2006/relationships/slideMaster" Target="/ppt/slideMasters/slideMaster1.xml" Id="R32db71d5ba30481c" /><ns0:Relationship Type="http://schemas.openxmlformats.org/officeDocument/2006/relationships/tableStyles" Target="/ppt/tableStyles.xml" Id="Rbd74ea02d97747fc" /><ns0:Relationship Type="http://schemas.openxmlformats.org/officeDocument/2006/relationships/slide" Target="/ppt/slides/slide1.xml" Id="Rf6fdc03e76a34050" /><ns0:Relationship Type="http://schemas.openxmlformats.org/officeDocument/2006/relationships/slide" Target="/ppt/slides/slide2.xml" Id="R03dc810de9724847" /><ns0:Relationship Type="http://schemas.openxmlformats.org/officeDocument/2006/relationships/slide" Target="/ppt/slides/slide3.xml" Id="R28e306d4004f4f84" /><ns0:Relationship Type="http://schemas.openxmlformats.org/officeDocument/2006/relationships/slide" Target="/ppt/slides/slide4.xml" Id="R3a9aabe0ef2d4013" /><ns0:Relationship Type="http://schemas.openxmlformats.org/officeDocument/2006/relationships/slide" Target="/ppt/slides/slide5.xml" Id="R5c93aee0b3b04be6" /><ns0:Relationship Type="http://schemas.openxmlformats.org/officeDocument/2006/relationships/slide" Target="/ppt/slides/slide6.xml" Id="R60f4d55abb0349c6" /><ns0:Relationship Type="http://schemas.openxmlformats.org/officeDocument/2006/relationships/slide" Target="/ppt/slides/slide7.xml" Id="R0ff93ca3bcd64190" /><ns0:Relationship Type="http://schemas.openxmlformats.org/officeDocument/2006/relationships/slide" Target="/ppt/slides/slide8.xml" Id="R7b64dfaf0d1445bf" /><ns0:Relationship Type="http://schemas.openxmlformats.org/officeDocument/2006/relationships/slide" Target="/ppt/slides/slide9.xml" Id="R24fed6bfa4fc414a" /><ns0:Relationship Type="http://schemas.openxmlformats.org/officeDocument/2006/relationships/slide" Target="/ppt/slides/slide10.xml" Id="Ra61739056d704427" /><ns0:Relationship Type="http://schemas.openxmlformats.org/officeDocument/2006/relationships/slide" Target="/ppt/slides/slide11.xml" Id="R685cd776f8da41d8" /><ns0:Relationship Type="http://schemas.openxmlformats.org/officeDocument/2006/relationships/slide" Target="/ppt/slides/slide12.xml" Id="R50b60de9fe124782" /><ns0:Relationship Type="http://schemas.openxmlformats.org/officeDocument/2006/relationships/slide" Target="/ppt/slides/slide13.xml" Id="R886628615c904fdc" /><ns0:Relationship Type="http://schemas.openxmlformats.org/officeDocument/2006/relationships/slide" Target="/ppt/slides/slide14.xml" Id="Rf7e36b5b8531400a" /><ns0:Relationship Type="http://schemas.openxmlformats.org/officeDocument/2006/relationships/slide" Target="/ppt/slides/slide15.xml" Id="R2bec9ec0b6594645" /><ns0:Relationship Type="http://schemas.openxmlformats.org/officeDocument/2006/relationships/slide" Target="/ppt/slides/slide16.xml" Id="R32d6eb20169943f2" /><ns0:Relationship Type="http://schemas.openxmlformats.org/officeDocument/2006/relationships/slide" Target="/ppt/slides/slide17.xml" Id="R0f5fa024079041ff" /><ns0:Relationship Type="http://schemas.openxmlformats.org/officeDocument/2006/relationships/slide" Target="/ppt/slides/slide18.xml" Id="R36bfc5a877a048cc" /><ns0:Relationship Type="http://schemas.openxmlformats.org/officeDocument/2006/relationships/slide" Target="/ppt/slides/slide19.xml" Id="Rdebb7f1611134e0d" /><ns0:Relationship Type="http://schemas.openxmlformats.org/officeDocument/2006/relationships/slide" Target="/ppt/slides/slide20.xml" Id="R17bd0cf33df54616" /><ns0:Relationship Type="http://schemas.openxmlformats.org/officeDocument/2006/relationships/slide" Target="/ppt/slides/slide21.xml" Id="Ra12e8330df93425f" /><ns0:Relationship Type="http://schemas.openxmlformats.org/officeDocument/2006/relationships/slide" Target="/ppt/slides/slide22.xml" Id="Re31c7d65be19431a" /><ns0:Relationship Type="http://schemas.openxmlformats.org/officeDocument/2006/relationships/slide" Target="/ppt/slides/slide23.xml" Id="R42f74591041a4882" /><ns0:Relationship Type="http://schemas.openxmlformats.org/officeDocument/2006/relationships/slide" Target="/ppt/slides/slide24.xml" Id="Rb148d61f6182493a" /><ns0:Relationship Type="http://schemas.openxmlformats.org/officeDocument/2006/relationships/slide" Target="/ppt/slides/slide25.xml" Id="Rd87cb41f47fa4e32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cced3377e504f44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51f0509de6ee41aa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69926dbe3944f58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99ed3d63b32454c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7514f9ffb81464b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1efd65db9c2f4582" /></ns0: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4EB0E96-07C2-4C98-A54A-ECFEA6D94CB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CBC7FACA-58D6-407E-A1C9-80B2A0488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68BE0184-B9CA-4ACB-B1CE-BE5A295B32B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99679087-2A47-4460-B2F8-E3D69A47E6E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3BAA0FC1-03BD-4941-B16B-8FA8935A5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8C987A9F-B694-4644-82A6-5EF560776C6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D4691DAE-3264-4DBA-B3A3-386457A52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08B16A8A-D6D4-4D36-A4E7-46852830A5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B26B95F6-1792-4E39-AAAC-6EDEE56110D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4E54CF52-661A-4629-9A5C-E8B808D2C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ce3edd0e11584246" /><ns0:Relationship Type="http://schemas.openxmlformats.org/officeDocument/2006/relationships/slideLayout" Target="/ppt/slideLayouts/slideLayout1.xml" Id="R917dcd30160240c0" /><ns0:Relationship Type="http://schemas.openxmlformats.org/officeDocument/2006/relationships/slideLayout" Target="/ppt/slideLayouts/slideLayout2.xml" Id="R40b4010427ad4373" /><ns0:Relationship Type="http://schemas.openxmlformats.org/officeDocument/2006/relationships/slideLayout" Target="/ppt/slideLayouts/slideLayout3.xml" Id="Rbfc77030afc44191" /><ns0:Relationship Type="http://schemas.openxmlformats.org/officeDocument/2006/relationships/slideLayout" Target="/ppt/slideLayouts/slideLayout4.xml" Id="R1252946a1adb467a" /><ns0:Relationship Type="http://schemas.openxmlformats.org/officeDocument/2006/relationships/slideLayout" Target="/ppt/slideLayouts/slideLayout5.xml" Id="R4d16ca97e7064557" /><ns0:Relationship Type="http://schemas.openxmlformats.org/officeDocument/2006/relationships/slideLayout" Target="/ppt/slideLayouts/slideLayout6.xml" Id="R2a46fd43002f431b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917dcd30160240c0"/>
    <p:sldLayoutId id="2147483650" r:id="R40b4010427ad4373"/>
    <p:sldLayoutId id="2147483651" r:id="Rbfc77030afc44191"/>
    <p:sldLayoutId id="2147483652" r:id="R1252946a1adb467a"/>
    <p:sldLayoutId id="2147483653" r:id="R4d16ca97e7064557"/>
    <p:sldLayoutId id="2147483654" r:id="R2a46fd43002f431b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Digital Agency Dashboard Design Template Light Blue — PowerPoint adaptation">
      <a:dk1>
        <a:srgbClr val="000000"/>
      </a:dk1>
      <a:lt1>
        <a:srgbClr val="FFFFFF"/>
      </a:lt1>
      <a:dk2>
        <a:srgbClr val="333333"/>
      </a:dk2>
      <a:lt2>
        <a:srgbClr val="F1F1F4"/>
      </a:lt2>
      <a:accent1>
        <a:srgbClr val="0055AD"/>
      </a:accent1>
      <a:accent2>
        <a:srgbClr val="008BF2"/>
      </a:accent2>
      <a:accent3>
        <a:srgbClr val="115A36"/>
      </a:accent3>
      <a:accent4>
        <a:srgbClr val="CE0000"/>
      </a:accent4>
      <a:accent5>
        <a:srgbClr val="C0E4FF"/>
      </a:accent5>
      <a:accent6>
        <a:srgbClr val="626264"/>
      </a:accent6>
      <a:hlink>
        <a:srgbClr val="0017C1"/>
      </a:hlink>
      <a:folHlink>
        <a:srgbClr val="0017C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igital Agency Dashboard Design Template Light Blue — PowerPoint adapt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14fa083513b418c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14a5e55659e41df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e96ca8db99154339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b099ee11a15499d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3071846dc274fe4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4de95782e234f4c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a397d3f0991400a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399d1945d2942a6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9dd50444e5c4a83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9c75617a0a94aba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668e8fc217d4d40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d356b2bd440426d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91ec1accc1e4743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7ea95c5c32c4814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1d6ffe14fc840de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b289cd6859c4bde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909f932e3ea43fa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fc9b20a02874144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2d53f0d6717420e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fc65f4786d64174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193ae05800747d6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9462bb85ef34340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bfa1272cf6d4748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d8c45ba8ce143e9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80a301b53f54054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pl-p01-text-001">
            <a:extLst>
              <a:ext uri="{FF2B5EF4-FFF2-40B4-BE49-F238E27FC236}">
                <ns2:creationId id="{0C3272AC-1DB2-44EA-9383-82B5009632D3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619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1-text-002">
            <a:extLst>
              <a:ext uri="{FF2B5EF4-FFF2-40B4-BE49-F238E27FC236}">
                <ns2:creationId id="{B5D86ED5-D30E-43AB-BF72-230813E2FFA4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16192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61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{{self_brand}}</a:t>
            </a:r>
          </a:p>
        </p:txBody>
      </p:sp>
      <p:sp>
        <p:nvSpPr>
          <p:cNvPr id="3" name="tpl-p01-text-003">
            <a:extLst>
              <a:ext uri="{FF2B5EF4-FFF2-40B4-BE49-F238E27FC236}">
                <ns2:creationId id="{847B9A03-221E-428F-AFCC-2C93E082C98A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16192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61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61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TikTok調査・企画提案</a:t>
            </a:r>
          </a:p>
        </p:txBody>
      </p:sp>
      <p:sp>
        <p:nvSpPr>
          <p:cNvPr id="4" name="tpl-p01-text-004">
            <a:extLst>
              <a:ext uri="{FF2B5EF4-FFF2-40B4-BE49-F238E27FC236}">
                <ns2:creationId id="{1452F7D3-4C0B-4FC7-9B5A-DEA0DF20674A}"/>
              </a:ext>
            </a:extLst>
          </p:cNvPr>
          <p:cNvSpPr>
            <a:spLocks noGrp="1"/>
          </p:cNvSpPr>
          <p:nvPr/>
        </p:nvSpPr>
        <p:spPr>
          <a:xfrm>
            <a:off x="952500" y="5743575"/>
            <a:ext cx="1619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7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7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{{cover_subtitle}}</a:t>
            </a:r>
          </a:p>
        </p:txBody>
      </p:sp>
      <p:sp>
        <p:nvSpPr>
          <p:cNvPr id="5" name="tpl-p01-text-005">
            <a:extLst>
              <a:ext uri="{FF2B5EF4-FFF2-40B4-BE49-F238E27FC236}">
                <ns2:creationId id="{8C42F903-890A-42E4-84A8-A8BB0D87D4DC}"/>
              </a:ext>
            </a:extLst>
          </p:cNvPr>
          <p:cNvSpPr>
            <a:spLocks noGrp="1"/>
          </p:cNvSpPr>
          <p:nvPr/>
        </p:nvSpPr>
        <p:spPr>
          <a:xfrm>
            <a:off x="952500" y="8143875"/>
            <a:ext cx="1619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{{date}}</a:t>
            </a:r>
          </a:p>
        </p:txBody>
      </p:sp>
      <p:sp>
        <p:nvSpPr>
          <p:cNvPr id="6" name="tpl-p01-text-006">
            <a:extLst>
              <a:ext uri="{FF2B5EF4-FFF2-40B4-BE49-F238E27FC236}">
                <ns2:creationId id="{CB5C86E1-7AF6-470A-8477-45DDAD6E3D25}"/>
              </a:ext>
            </a:extLst>
          </p:cNvPr>
          <p:cNvSpPr>
            <a:spLocks noGrp="1"/>
          </p:cNvSpPr>
          <p:nvPr/>
        </p:nvSpPr>
        <p:spPr>
          <a:xfrm>
            <a:off x="952500" y="9315450"/>
            <a:ext cx="1619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3社の投稿比較・中立ワード3種・動画企画のご提案</a:t>
            </a:r>
          </a:p>
        </p:txBody>
      </p:sp>
    </p:spTree>
    <p:extLst>
      <p:ext uri="{BB962C8B-B14F-4D97-AF65-F5344CB8AC3E}">
        <ns3:creationId val="131447692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pl-p02-text-001">
            <a:extLst>
              <a:ext uri="{FF2B5EF4-FFF2-40B4-BE49-F238E27FC236}">
                <ns2:creationId id="{C85DFDAA-8968-4A23-8A4C-6EA1710203B7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2-text-002">
            <a:extLst>
              <a:ext uri="{FF2B5EF4-FFF2-40B4-BE49-F238E27FC236}">
                <ns2:creationId id="{7022D376-5CC4-481C-AFBB-5635320D1FBB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ブランド比較｜3社の調査サマリー</a:t>
            </a:r>
          </a:p>
        </p:txBody>
      </p:sp>
      <p:sp>
        <p:nvSpPr>
          <p:cNvPr id="3" name="tpl-p02-text-003">
            <a:extLst>
              <a:ext uri="{FF2B5EF4-FFF2-40B4-BE49-F238E27FC236}">
                <ns2:creationId id="{45FF8422-6237-4041-85B7-DDB2E3E58B63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{{t001}}</a:t>
            </a:r>
          </a:p>
        </p:txBody>
      </p:sp>
      <p:sp>
        <p:nvSpPr>
          <p:cNvPr id="4" name="tpl-p02-text-004">
            <a:extLst>
              <a:ext uri="{FF2B5EF4-FFF2-40B4-BE49-F238E27FC236}">
                <ns2:creationId id="{1FDCCE75-9B43-4769-88A0-38639DD0EE68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02 / 25</a:t>
            </a:r>
          </a:p>
        </p:txBody>
      </p:sp>
      <p:graphicFrame>
        <p:nvGraphicFramePr>
          <p:cNvPr id="5" name="tpl-p02-table-01">
            <a:extLst>
              <a:ext uri="{FF2B5EF4-FFF2-40B4-BE49-F238E27FC236}">
                <ns2:creationId id="{25D29F31-892A-40A7-B4C2-E94113BCE0E2}"/>
              </a:ext>
            </a:extLst>
          </p:cNvPr>
          <p:cNvGraphicFramePr/>
          <p:nvPr/>
        </p:nvGraphicFramePr>
        <p:xfrm>
          <a:off x="762000" y="3333750"/>
          <a:ext cx="16764000" cy="5429250"/>
        </p:xfrm>
        <a:graphic>
          <a:graphicData uri="http://schemas.openxmlformats.org/drawingml/2006/table">
            <a:tbl>
              <a:tblPr/>
              <a:tblGrid>
                <a:gridCol w="2857500"/>
                <a:gridCol w="2095500"/>
                <a:gridCol w="2095500"/>
                <a:gridCol w="3429000"/>
                <a:gridCol w="6286500"/>
              </a:tblGrid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ブランド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対象投稿数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PR投稿数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トータル再生数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上位投稿の特徴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</a:tr>
              <a:tr h="1524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{{self}}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{{n001}}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{{t002}}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{{a}}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{{n006}}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{{t003}}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{{b}}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{{n007}}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{{n008}}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{{n009}}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{{t004}}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19751381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9" name="tpl-p03-text-001">
            <a:extLst>
              <a:ext uri="{FF2B5EF4-FFF2-40B4-BE49-F238E27FC236}">
                <ns2:creationId id="{781577D5-C041-4953-B3E1-A72DAD537610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3-text-002">
            <a:extLst>
              <a:ext uri="{FF2B5EF4-FFF2-40B4-BE49-F238E27FC236}">
                <ns2:creationId id="{43C773CA-1CC4-46F1-A16C-87238B47829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{{self}}｜検索結果の表示順</a:t>
            </a:r>
          </a:p>
        </p:txBody>
      </p:sp>
      <p:sp>
        <p:nvSpPr>
          <p:cNvPr id="3" name="tpl-p03-text-003">
            <a:extLst>
              <a:ext uri="{FF2B5EF4-FFF2-40B4-BE49-F238E27FC236}">
                <ns2:creationId id="{E8971A3F-DBE3-44D2-A1EA-F445353A090E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検索「{{q_self}}」 表示1–10位／取得{{n010}}件</a:t>
            </a:r>
          </a:p>
        </p:txBody>
      </p:sp>
      <p:sp>
        <p:nvSpPr>
          <p:cNvPr id="4" name="tpl-p03-text-004">
            <a:extLst>
              <a:ext uri="{FF2B5EF4-FFF2-40B4-BE49-F238E27FC236}">
                <ns2:creationId id="{DECFB17E-9B6F-45EC-8CC2-FC213318D5FE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03 / 25</a:t>
            </a:r>
          </a:p>
        </p:txBody>
      </p:sp>
      <p:sp>
        <p:nvSpPr>
          <p:cNvPr id="5" name="tpl-p03-text-005">
            <a:extLst>
              <a:ext uri="{FF2B5EF4-FFF2-40B4-BE49-F238E27FC236}">
                <ns2:creationId id="{9D62AE50-AA06-40F3-A538-BAEF908CF485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pl-p03-text-006">
            <a:extLst>
              <a:ext uri="{FF2B5EF4-FFF2-40B4-BE49-F238E27FC236}">
                <ns2:creationId id="{557330C3-9B8B-459B-8C47-E5D8DAE00D4E}"/>
              </a:ext>
            </a:extLst>
          </p:cNvPr>
          <p:cNvSpPr>
            <a:spLocks noGrp="1"/>
          </p:cNvSpPr>
          <p:nvPr/>
        </p:nvSpPr>
        <p:spPr>
          <a:xfrm>
            <a:off x="22669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{{a001}}</a:t>
            </a:r>
          </a:p>
        </p:txBody>
      </p:sp>
      <p:sp>
        <p:nvSpPr>
          <p:cNvPr id="8" name="tpl-p03-text-007">
            <a:extLst>
              <a:ext uri="{FF2B5EF4-FFF2-40B4-BE49-F238E27FC236}">
                <ns2:creationId id="{F5EB673D-603B-4117-9B9A-A8B23EF3C8CF}"/>
              </a:ext>
            </a:extLst>
          </p:cNvPr>
          <p:cNvSpPr>
            <a:spLocks noGrp="1"/>
          </p:cNvSpPr>
          <p:nvPr/>
        </p:nvSpPr>
        <p:spPr>
          <a:xfrm>
            <a:off x="22669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{{h001}}</a:t>
            </a:r>
          </a:p>
        </p:txBody>
      </p:sp>
      <p:sp>
        <p:nvSpPr>
          <p:cNvPr id="9" name="tpl-p03-text-008">
            <a:extLst>
              <a:ext uri="{FF2B5EF4-FFF2-40B4-BE49-F238E27FC236}">
                <ns2:creationId id="{21174217-6591-44D3-8C3D-E30C1FDA1C96}"/>
              </a:ext>
            </a:extLst>
          </p:cNvPr>
          <p:cNvSpPr>
            <a:spLocks noGrp="1"/>
          </p:cNvSpPr>
          <p:nvPr/>
        </p:nvSpPr>
        <p:spPr>
          <a:xfrm>
            <a:off x="22669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0" name="tpl-p03-text-009">
            <a:extLst>
              <a:ext uri="{FF2B5EF4-FFF2-40B4-BE49-F238E27FC236}">
                <ns2:creationId id="{5AD04F07-2F23-44F2-BE9D-164647FCFBBE}"/>
              </a:ext>
            </a:extLst>
          </p:cNvPr>
          <p:cNvSpPr>
            <a:spLocks noGrp="1"/>
          </p:cNvSpPr>
          <p:nvPr/>
        </p:nvSpPr>
        <p:spPr>
          <a:xfrm>
            <a:off x="22669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{{n011}}</a:t>
            </a:r>
          </a:p>
        </p:txBody>
      </p:sp>
      <p:sp>
        <p:nvSpPr>
          <p:cNvPr id="11" name="tpl-p03-text-010">
            <a:extLst>
              <a:ext uri="{FF2B5EF4-FFF2-40B4-BE49-F238E27FC236}">
                <ns2:creationId id="{F79953C3-7C0A-4BDD-B960-CF12EC3C53FA}"/>
              </a:ext>
            </a:extLst>
          </p:cNvPr>
          <p:cNvSpPr>
            <a:spLocks noGrp="1"/>
          </p:cNvSpPr>
          <p:nvPr/>
        </p:nvSpPr>
        <p:spPr>
          <a:xfrm>
            <a:off x="41529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pl-p03-text-011">
            <a:extLst>
              <a:ext uri="{FF2B5EF4-FFF2-40B4-BE49-F238E27FC236}">
                <ns2:creationId id="{0D4BFD15-A7BD-4AF4-991B-EEA161380182}"/>
              </a:ext>
            </a:extLst>
          </p:cNvPr>
          <p:cNvSpPr>
            <a:spLocks noGrp="1"/>
          </p:cNvSpPr>
          <p:nvPr/>
        </p:nvSpPr>
        <p:spPr>
          <a:xfrm>
            <a:off x="56578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{{a002}}</a:t>
            </a:r>
          </a:p>
        </p:txBody>
      </p:sp>
      <p:sp>
        <p:nvSpPr>
          <p:cNvPr id="14" name="tpl-p03-text-012">
            <a:extLst>
              <a:ext uri="{FF2B5EF4-FFF2-40B4-BE49-F238E27FC236}">
                <ns2:creationId id="{E6DC94A5-FD71-4D6E-AE63-0B61293AB45D}"/>
              </a:ext>
            </a:extLst>
          </p:cNvPr>
          <p:cNvSpPr>
            <a:spLocks noGrp="1"/>
          </p:cNvSpPr>
          <p:nvPr/>
        </p:nvSpPr>
        <p:spPr>
          <a:xfrm>
            <a:off x="56578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{{h002}}</a:t>
            </a:r>
          </a:p>
        </p:txBody>
      </p:sp>
      <p:sp>
        <p:nvSpPr>
          <p:cNvPr id="15" name="tpl-p03-text-013">
            <a:extLst>
              <a:ext uri="{FF2B5EF4-FFF2-40B4-BE49-F238E27FC236}">
                <ns2:creationId id="{A6595242-5440-4D8F-9F87-CEACFE485B7E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6" name="tpl-p03-text-014">
            <a:extLst>
              <a:ext uri="{FF2B5EF4-FFF2-40B4-BE49-F238E27FC236}">
                <ns2:creationId id="{4F73350E-2428-4DF3-8174-D4D62D6B20EE}"/>
              </a:ext>
            </a:extLst>
          </p:cNvPr>
          <p:cNvSpPr>
            <a:spLocks noGrp="1"/>
          </p:cNvSpPr>
          <p:nvPr/>
        </p:nvSpPr>
        <p:spPr>
          <a:xfrm>
            <a:off x="56578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{{n012}}</a:t>
            </a:r>
          </a:p>
        </p:txBody>
      </p:sp>
      <p:sp>
        <p:nvSpPr>
          <p:cNvPr id="17" name="tpl-p03-text-015">
            <a:extLst>
              <a:ext uri="{FF2B5EF4-FFF2-40B4-BE49-F238E27FC236}">
                <ns2:creationId id="{EC075EB1-0803-45F8-9DFE-54FB250E9662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pl-p03-text-016">
            <a:extLst>
              <a:ext uri="{FF2B5EF4-FFF2-40B4-BE49-F238E27FC236}">
                <ns2:creationId id="{81AAE5A8-A27C-4FF3-B9A7-7AEAE2773651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{{a003}}</a:t>
            </a:r>
          </a:p>
        </p:txBody>
      </p:sp>
      <p:sp>
        <p:nvSpPr>
          <p:cNvPr id="20" name="tpl-p03-text-017">
            <a:extLst>
              <a:ext uri="{FF2B5EF4-FFF2-40B4-BE49-F238E27FC236}">
                <ns2:creationId id="{D86A4510-BEB6-47EA-B5EC-0052FB7F74D2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{{h003}}</a:t>
            </a:r>
          </a:p>
        </p:txBody>
      </p:sp>
      <p:sp>
        <p:nvSpPr>
          <p:cNvPr id="21" name="tpl-p03-text-018">
            <a:extLst>
              <a:ext uri="{FF2B5EF4-FFF2-40B4-BE49-F238E27FC236}">
                <ns2:creationId id="{26252248-5C79-4DCC-9BE1-33F8BA1A0249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2" name="tpl-p03-text-019">
            <a:extLst>
              <a:ext uri="{FF2B5EF4-FFF2-40B4-BE49-F238E27FC236}">
                <ns2:creationId id="{0553C353-3995-4CF7-8681-82C4AA49078A}"/>
              </a:ext>
            </a:extLst>
          </p:cNvPr>
          <p:cNvSpPr>
            <a:spLocks noGrp="1"/>
          </p:cNvSpPr>
          <p:nvPr/>
        </p:nvSpPr>
        <p:spPr>
          <a:xfrm>
            <a:off x="90487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{{n013}}</a:t>
            </a:r>
          </a:p>
        </p:txBody>
      </p:sp>
      <p:sp>
        <p:nvSpPr>
          <p:cNvPr id="23" name="tpl-p03-text-020">
            <a:extLst>
              <a:ext uri="{FF2B5EF4-FFF2-40B4-BE49-F238E27FC236}">
                <ns2:creationId id="{29C4807B-8221-495F-8B8B-724E5E86AE0D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pl-p03-text-021">
            <a:extLst>
              <a:ext uri="{FF2B5EF4-FFF2-40B4-BE49-F238E27FC236}">
                <ns2:creationId id="{A5F67F12-CFB8-4592-9939-01F3CEAF6030}"/>
              </a:ext>
            </a:extLst>
          </p:cNvPr>
          <p:cNvSpPr>
            <a:spLocks noGrp="1"/>
          </p:cNvSpPr>
          <p:nvPr/>
        </p:nvSpPr>
        <p:spPr>
          <a:xfrm>
            <a:off x="11601450" y="27622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{{a004}}</a:t>
            </a:r>
          </a:p>
        </p:txBody>
      </p:sp>
      <p:sp>
        <p:nvSpPr>
          <p:cNvPr id="26" name="tpl-p03-text-022">
            <a:extLst>
              <a:ext uri="{FF2B5EF4-FFF2-40B4-BE49-F238E27FC236}">
                <ns2:creationId id="{C28B6137-203D-4C53-9D5A-23262806D179}"/>
              </a:ext>
            </a:extLst>
          </p:cNvPr>
          <p:cNvSpPr>
            <a:spLocks noGrp="1"/>
          </p:cNvSpPr>
          <p:nvPr/>
        </p:nvSpPr>
        <p:spPr>
          <a:xfrm>
            <a:off x="124396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{{a005}}</a:t>
            </a:r>
          </a:p>
        </p:txBody>
      </p:sp>
      <p:sp>
        <p:nvSpPr>
          <p:cNvPr id="27" name="tpl-p03-text-023">
            <a:extLst>
              <a:ext uri="{FF2B5EF4-FFF2-40B4-BE49-F238E27FC236}">
                <ns2:creationId id="{1E51AEA6-FAAE-4B6F-BF35-CB07409B3727}"/>
              </a:ext>
            </a:extLst>
          </p:cNvPr>
          <p:cNvSpPr>
            <a:spLocks noGrp="1"/>
          </p:cNvSpPr>
          <p:nvPr/>
        </p:nvSpPr>
        <p:spPr>
          <a:xfrm>
            <a:off x="124396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{{h004}}</a:t>
            </a:r>
          </a:p>
        </p:txBody>
      </p:sp>
      <p:sp>
        <p:nvSpPr>
          <p:cNvPr id="28" name="tpl-p03-text-024">
            <a:extLst>
              <a:ext uri="{FF2B5EF4-FFF2-40B4-BE49-F238E27FC236}">
                <ns2:creationId id="{CA271AA7-E1C1-4A15-96FD-B0915B62EADA}"/>
              </a:ext>
            </a:extLst>
          </p:cNvPr>
          <p:cNvSpPr>
            <a:spLocks noGrp="1"/>
          </p:cNvSpPr>
          <p:nvPr/>
        </p:nvSpPr>
        <p:spPr>
          <a:xfrm>
            <a:off x="124396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9" name="tpl-p03-text-025">
            <a:extLst>
              <a:ext uri="{FF2B5EF4-FFF2-40B4-BE49-F238E27FC236}">
                <ns2:creationId id="{2BA98039-5664-48E1-9DE1-A7EF3020464D}"/>
              </a:ext>
            </a:extLst>
          </p:cNvPr>
          <p:cNvSpPr>
            <a:spLocks noGrp="1"/>
          </p:cNvSpPr>
          <p:nvPr/>
        </p:nvSpPr>
        <p:spPr>
          <a:xfrm>
            <a:off x="124396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{{n014}}</a:t>
            </a:r>
          </a:p>
        </p:txBody>
      </p:sp>
      <p:sp>
        <p:nvSpPr>
          <p:cNvPr id="30" name="tpl-p03-text-026">
            <a:extLst>
              <a:ext uri="{FF2B5EF4-FFF2-40B4-BE49-F238E27FC236}">
                <ns2:creationId id="{BB94D96C-8759-467B-BD56-93C62981ACC2}"/>
              </a:ext>
            </a:extLst>
          </p:cNvPr>
          <p:cNvSpPr>
            <a:spLocks noGrp="1"/>
          </p:cNvSpPr>
          <p:nvPr/>
        </p:nvSpPr>
        <p:spPr>
          <a:xfrm>
            <a:off x="143256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tpl-p03-text-027">
            <a:extLst>
              <a:ext uri="{FF2B5EF4-FFF2-40B4-BE49-F238E27FC236}">
                <ns2:creationId id="{A9F08A92-EA81-4EC3-B88B-B0545F6E1049}"/>
              </a:ext>
            </a:extLst>
          </p:cNvPr>
          <p:cNvSpPr>
            <a:spLocks noGrp="1"/>
          </p:cNvSpPr>
          <p:nvPr/>
        </p:nvSpPr>
        <p:spPr>
          <a:xfrm>
            <a:off x="158305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{{a006}}</a:t>
            </a:r>
          </a:p>
        </p:txBody>
      </p:sp>
      <p:sp>
        <p:nvSpPr>
          <p:cNvPr id="33" name="tpl-p03-text-028">
            <a:extLst>
              <a:ext uri="{FF2B5EF4-FFF2-40B4-BE49-F238E27FC236}">
                <ns2:creationId id="{6E4C11BA-89EF-428F-A147-72CFD8A8C15E}"/>
              </a:ext>
            </a:extLst>
          </p:cNvPr>
          <p:cNvSpPr>
            <a:spLocks noGrp="1"/>
          </p:cNvSpPr>
          <p:nvPr/>
        </p:nvSpPr>
        <p:spPr>
          <a:xfrm>
            <a:off x="158305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{{h005}}</a:t>
            </a:r>
          </a:p>
        </p:txBody>
      </p:sp>
      <p:sp>
        <p:nvSpPr>
          <p:cNvPr id="34" name="tpl-p03-text-029">
            <a:extLst>
              <a:ext uri="{FF2B5EF4-FFF2-40B4-BE49-F238E27FC236}">
                <ns2:creationId id="{DFA47DDF-F570-466D-B4D9-DA29FB22B8B5}"/>
              </a:ext>
            </a:extLst>
          </p:cNvPr>
          <p:cNvSpPr>
            <a:spLocks noGrp="1"/>
          </p:cNvSpPr>
          <p:nvPr/>
        </p:nvSpPr>
        <p:spPr>
          <a:xfrm>
            <a:off x="158305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5" name="tpl-p03-text-030">
            <a:extLst>
              <a:ext uri="{FF2B5EF4-FFF2-40B4-BE49-F238E27FC236}">
                <ns2:creationId id="{4062BAB5-085D-48CD-8D01-65FC4D5FE453}"/>
              </a:ext>
            </a:extLst>
          </p:cNvPr>
          <p:cNvSpPr>
            <a:spLocks noGrp="1"/>
          </p:cNvSpPr>
          <p:nvPr/>
        </p:nvSpPr>
        <p:spPr>
          <a:xfrm>
            <a:off x="158305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{{n015}}</a:t>
            </a:r>
          </a:p>
        </p:txBody>
      </p:sp>
      <p:sp>
        <p:nvSpPr>
          <p:cNvPr id="36" name="tpl-p03-text-031">
            <a:extLst>
              <a:ext uri="{FF2B5EF4-FFF2-40B4-BE49-F238E27FC236}">
                <ns2:creationId id="{ECF1B3E5-4159-4ED5-A4B2-2BA348B38A1E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tpl-p03-text-032">
            <a:extLst>
              <a:ext uri="{FF2B5EF4-FFF2-40B4-BE49-F238E27FC236}">
                <ns2:creationId id="{A24379C7-F3BE-414B-BD0D-7F155005DFAC}"/>
              </a:ext>
            </a:extLst>
          </p:cNvPr>
          <p:cNvSpPr>
            <a:spLocks noGrp="1"/>
          </p:cNvSpPr>
          <p:nvPr/>
        </p:nvSpPr>
        <p:spPr>
          <a:xfrm>
            <a:off x="22669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{{a007}}</a:t>
            </a:r>
          </a:p>
        </p:txBody>
      </p:sp>
      <p:sp>
        <p:nvSpPr>
          <p:cNvPr id="39" name="tpl-p03-text-033">
            <a:extLst>
              <a:ext uri="{FF2B5EF4-FFF2-40B4-BE49-F238E27FC236}">
                <ns2:creationId id="{A412FE07-AA3F-41AD-8AB6-A78FB9118AF2}"/>
              </a:ext>
            </a:extLst>
          </p:cNvPr>
          <p:cNvSpPr>
            <a:spLocks noGrp="1"/>
          </p:cNvSpPr>
          <p:nvPr/>
        </p:nvSpPr>
        <p:spPr>
          <a:xfrm>
            <a:off x="22669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{{h006}}</a:t>
            </a:r>
          </a:p>
        </p:txBody>
      </p:sp>
      <p:sp>
        <p:nvSpPr>
          <p:cNvPr id="40" name="tpl-p03-text-034">
            <a:extLst>
              <a:ext uri="{FF2B5EF4-FFF2-40B4-BE49-F238E27FC236}">
                <ns2:creationId id="{3FDFA544-985F-4F47-A248-E896701664B9}"/>
              </a:ext>
            </a:extLst>
          </p:cNvPr>
          <p:cNvSpPr>
            <a:spLocks noGrp="1"/>
          </p:cNvSpPr>
          <p:nvPr/>
        </p:nvSpPr>
        <p:spPr>
          <a:xfrm>
            <a:off x="22669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1" name="tpl-p03-text-035">
            <a:extLst>
              <a:ext uri="{FF2B5EF4-FFF2-40B4-BE49-F238E27FC236}">
                <ns2:creationId id="{6014C17D-DDB8-453D-9715-8509EDA60E76}"/>
              </a:ext>
            </a:extLst>
          </p:cNvPr>
          <p:cNvSpPr>
            <a:spLocks noGrp="1"/>
          </p:cNvSpPr>
          <p:nvPr/>
        </p:nvSpPr>
        <p:spPr>
          <a:xfrm>
            <a:off x="22669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{{n016}}</a:t>
            </a:r>
          </a:p>
        </p:txBody>
      </p:sp>
      <p:sp>
        <p:nvSpPr>
          <p:cNvPr id="42" name="tpl-p03-text-036">
            <a:extLst>
              <a:ext uri="{FF2B5EF4-FFF2-40B4-BE49-F238E27FC236}">
                <ns2:creationId id="{FDF338AE-646F-4D2A-B932-AC889432CD9A}"/>
              </a:ext>
            </a:extLst>
          </p:cNvPr>
          <p:cNvSpPr>
            <a:spLocks noGrp="1"/>
          </p:cNvSpPr>
          <p:nvPr/>
        </p:nvSpPr>
        <p:spPr>
          <a:xfrm>
            <a:off x="41529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4" name="tpl-p03-text-037">
            <a:extLst>
              <a:ext uri="{FF2B5EF4-FFF2-40B4-BE49-F238E27FC236}">
                <ns2:creationId id="{3925CA87-A1DB-4249-9659-6B4DBB83362D}"/>
              </a:ext>
            </a:extLst>
          </p:cNvPr>
          <p:cNvSpPr>
            <a:spLocks noGrp="1"/>
          </p:cNvSpPr>
          <p:nvPr/>
        </p:nvSpPr>
        <p:spPr>
          <a:xfrm>
            <a:off x="56578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{{a008}}</a:t>
            </a:r>
          </a:p>
        </p:txBody>
      </p:sp>
      <p:sp>
        <p:nvSpPr>
          <p:cNvPr id="45" name="tpl-p03-text-038">
            <a:extLst>
              <a:ext uri="{FF2B5EF4-FFF2-40B4-BE49-F238E27FC236}">
                <ns2:creationId id="{77E7074A-A133-4367-93F0-F02C0E9AF904}"/>
              </a:ext>
            </a:extLst>
          </p:cNvPr>
          <p:cNvSpPr>
            <a:spLocks noGrp="1"/>
          </p:cNvSpPr>
          <p:nvPr/>
        </p:nvSpPr>
        <p:spPr>
          <a:xfrm>
            <a:off x="56578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{{h007}}</a:t>
            </a:r>
          </a:p>
        </p:txBody>
      </p:sp>
      <p:sp>
        <p:nvSpPr>
          <p:cNvPr id="46" name="tpl-p03-text-039">
            <a:extLst>
              <a:ext uri="{FF2B5EF4-FFF2-40B4-BE49-F238E27FC236}">
                <ns2:creationId id="{2A1D0C20-DA3F-445E-80A7-E0481A715CB9}"/>
              </a:ext>
            </a:extLst>
          </p:cNvPr>
          <p:cNvSpPr>
            <a:spLocks noGrp="1"/>
          </p:cNvSpPr>
          <p:nvPr/>
        </p:nvSpPr>
        <p:spPr>
          <a:xfrm>
            <a:off x="56578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7" name="tpl-p03-text-040">
            <a:extLst>
              <a:ext uri="{FF2B5EF4-FFF2-40B4-BE49-F238E27FC236}">
                <ns2:creationId id="{B595009E-F760-40EE-BA8C-E30440796EED}"/>
              </a:ext>
            </a:extLst>
          </p:cNvPr>
          <p:cNvSpPr>
            <a:spLocks noGrp="1"/>
          </p:cNvSpPr>
          <p:nvPr/>
        </p:nvSpPr>
        <p:spPr>
          <a:xfrm>
            <a:off x="56578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{{n017}}</a:t>
            </a:r>
          </a:p>
        </p:txBody>
      </p:sp>
      <p:sp>
        <p:nvSpPr>
          <p:cNvPr id="48" name="tpl-p03-text-041">
            <a:extLst>
              <a:ext uri="{FF2B5EF4-FFF2-40B4-BE49-F238E27FC236}">
                <ns2:creationId id="{91B66CDC-33AE-465E-87AF-2EBEA2C24AFB}"/>
              </a:ext>
            </a:extLst>
          </p:cNvPr>
          <p:cNvSpPr>
            <a:spLocks noGrp="1"/>
          </p:cNvSpPr>
          <p:nvPr/>
        </p:nvSpPr>
        <p:spPr>
          <a:xfrm>
            <a:off x="75438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0" name="tpl-p03-text-042">
            <a:extLst>
              <a:ext uri="{FF2B5EF4-FFF2-40B4-BE49-F238E27FC236}">
                <ns2:creationId id="{70229F0B-7D94-4EC2-AD05-2AA6BC84446B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{{a009}}</a:t>
            </a:r>
          </a:p>
        </p:txBody>
      </p:sp>
      <p:sp>
        <p:nvSpPr>
          <p:cNvPr id="51" name="tpl-p03-text-043">
            <a:extLst>
              <a:ext uri="{FF2B5EF4-FFF2-40B4-BE49-F238E27FC236}">
                <ns2:creationId id="{5CE29456-D689-42EB-8BFE-82123E874E8A}"/>
              </a:ext>
            </a:extLst>
          </p:cNvPr>
          <p:cNvSpPr>
            <a:spLocks noGrp="1"/>
          </p:cNvSpPr>
          <p:nvPr/>
        </p:nvSpPr>
        <p:spPr>
          <a:xfrm>
            <a:off x="90487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{{h008}}</a:t>
            </a:r>
          </a:p>
        </p:txBody>
      </p:sp>
      <p:sp>
        <p:nvSpPr>
          <p:cNvPr id="52" name="tpl-p03-text-044">
            <a:extLst>
              <a:ext uri="{FF2B5EF4-FFF2-40B4-BE49-F238E27FC236}">
                <ns2:creationId id="{6D1A9A1A-AF11-481F-8E53-35E70FCA318F}"/>
              </a:ext>
            </a:extLst>
          </p:cNvPr>
          <p:cNvSpPr>
            <a:spLocks noGrp="1"/>
          </p:cNvSpPr>
          <p:nvPr/>
        </p:nvSpPr>
        <p:spPr>
          <a:xfrm>
            <a:off x="90487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3" name="tpl-p03-text-045">
            <a:extLst>
              <a:ext uri="{FF2B5EF4-FFF2-40B4-BE49-F238E27FC236}">
                <ns2:creationId id="{24158F1A-797C-45B4-9BEA-0C3772AC8CAA}"/>
              </a:ext>
            </a:extLst>
          </p:cNvPr>
          <p:cNvSpPr>
            <a:spLocks noGrp="1"/>
          </p:cNvSpPr>
          <p:nvPr/>
        </p:nvSpPr>
        <p:spPr>
          <a:xfrm>
            <a:off x="90487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{{n018}}</a:t>
            </a:r>
          </a:p>
        </p:txBody>
      </p:sp>
      <p:sp>
        <p:nvSpPr>
          <p:cNvPr id="54" name="tpl-p03-text-046">
            <a:extLst>
              <a:ext uri="{FF2B5EF4-FFF2-40B4-BE49-F238E27FC236}">
                <ns2:creationId id="{7D50ABB6-3A14-4E65-87EA-AF901A63C9DE}"/>
              </a:ext>
            </a:extLst>
          </p:cNvPr>
          <p:cNvSpPr>
            <a:spLocks noGrp="1"/>
          </p:cNvSpPr>
          <p:nvPr/>
        </p:nvSpPr>
        <p:spPr>
          <a:xfrm>
            <a:off x="109347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5" name="tpl-p03-text-047">
            <a:extLst>
              <a:ext uri="{FF2B5EF4-FFF2-40B4-BE49-F238E27FC236}">
                <ns2:creationId id="{3D1DA96A-9409-490A-B9E0-DF7005C9EA5F}"/>
              </a:ext>
            </a:extLst>
          </p:cNvPr>
          <p:cNvSpPr>
            <a:spLocks noGrp="1"/>
          </p:cNvSpPr>
          <p:nvPr/>
        </p:nvSpPr>
        <p:spPr>
          <a:xfrm>
            <a:off x="11601450" y="60007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{{a010}}</a:t>
            </a:r>
          </a:p>
        </p:txBody>
      </p:sp>
      <p:sp>
        <p:nvSpPr>
          <p:cNvPr id="57" name="tpl-p03-text-048">
            <a:extLst>
              <a:ext uri="{FF2B5EF4-FFF2-40B4-BE49-F238E27FC236}">
                <ns2:creationId id="{B89DCF4E-CBFE-49D0-BCC6-D24A9225EEF3}"/>
              </a:ext>
            </a:extLst>
          </p:cNvPr>
          <p:cNvSpPr>
            <a:spLocks noGrp="1"/>
          </p:cNvSpPr>
          <p:nvPr/>
        </p:nvSpPr>
        <p:spPr>
          <a:xfrm>
            <a:off x="124396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{{a011}}</a:t>
            </a:r>
          </a:p>
        </p:txBody>
      </p:sp>
      <p:sp>
        <p:nvSpPr>
          <p:cNvPr id="58" name="tpl-p03-text-049">
            <a:extLst>
              <a:ext uri="{FF2B5EF4-FFF2-40B4-BE49-F238E27FC236}">
                <ns2:creationId id="{2A74A45F-3085-4632-B90C-CEA727B10BE5}"/>
              </a:ext>
            </a:extLst>
          </p:cNvPr>
          <p:cNvSpPr>
            <a:spLocks noGrp="1"/>
          </p:cNvSpPr>
          <p:nvPr/>
        </p:nvSpPr>
        <p:spPr>
          <a:xfrm>
            <a:off x="124396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{{h009}}</a:t>
            </a:r>
          </a:p>
        </p:txBody>
      </p:sp>
      <p:sp>
        <p:nvSpPr>
          <p:cNvPr id="59" name="tpl-p03-text-050">
            <a:extLst>
              <a:ext uri="{FF2B5EF4-FFF2-40B4-BE49-F238E27FC236}">
                <ns2:creationId id="{F4FD9629-9C22-41F1-AD7B-DDE4250220EA}"/>
              </a:ext>
            </a:extLst>
          </p:cNvPr>
          <p:cNvSpPr>
            <a:spLocks noGrp="1"/>
          </p:cNvSpPr>
          <p:nvPr/>
        </p:nvSpPr>
        <p:spPr>
          <a:xfrm>
            <a:off x="124396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0" name="tpl-p03-text-051">
            <a:extLst>
              <a:ext uri="{FF2B5EF4-FFF2-40B4-BE49-F238E27FC236}">
                <ns2:creationId id="{3B299C70-D0AA-431E-9B8E-D5A80ECB1B2D}"/>
              </a:ext>
            </a:extLst>
          </p:cNvPr>
          <p:cNvSpPr>
            <a:spLocks noGrp="1"/>
          </p:cNvSpPr>
          <p:nvPr/>
        </p:nvSpPr>
        <p:spPr>
          <a:xfrm>
            <a:off x="124396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{{n019}}</a:t>
            </a:r>
          </a:p>
        </p:txBody>
      </p:sp>
      <p:sp>
        <p:nvSpPr>
          <p:cNvPr id="61" name="tpl-p03-text-052">
            <a:extLst>
              <a:ext uri="{FF2B5EF4-FFF2-40B4-BE49-F238E27FC236}">
                <ns2:creationId id="{FFA67007-CECE-4C31-BAFD-B79434F587CA}"/>
              </a:ext>
            </a:extLst>
          </p:cNvPr>
          <p:cNvSpPr>
            <a:spLocks noGrp="1"/>
          </p:cNvSpPr>
          <p:nvPr/>
        </p:nvSpPr>
        <p:spPr>
          <a:xfrm>
            <a:off x="143256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2" name="tpl-p03-text-053">
            <a:extLst>
              <a:ext uri="{FF2B5EF4-FFF2-40B4-BE49-F238E27FC236}">
                <ns2:creationId id="{4341489A-751D-4E77-860A-C26EF2D4670A}"/>
              </a:ext>
            </a:extLst>
          </p:cNvPr>
          <p:cNvSpPr>
            <a:spLocks noGrp="1"/>
          </p:cNvSpPr>
          <p:nvPr/>
        </p:nvSpPr>
        <p:spPr>
          <a:xfrm>
            <a:off x="14992350" y="60007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{{a012}}</a:t>
            </a:r>
          </a:p>
        </p:txBody>
      </p:sp>
      <p:sp>
        <p:nvSpPr>
          <p:cNvPr id="64" name="tpl-p03-text-054">
            <a:extLst>
              <a:ext uri="{FF2B5EF4-FFF2-40B4-BE49-F238E27FC236}">
                <ns2:creationId id="{43AA0574-D548-428E-AA59-76FE1943E765}"/>
              </a:ext>
            </a:extLst>
          </p:cNvPr>
          <p:cNvSpPr>
            <a:spLocks noGrp="1"/>
          </p:cNvSpPr>
          <p:nvPr/>
        </p:nvSpPr>
        <p:spPr>
          <a:xfrm>
            <a:off x="158305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{{a013}}</a:t>
            </a:r>
          </a:p>
        </p:txBody>
      </p:sp>
      <p:sp>
        <p:nvSpPr>
          <p:cNvPr id="65" name="tpl-p03-text-055">
            <a:extLst>
              <a:ext uri="{FF2B5EF4-FFF2-40B4-BE49-F238E27FC236}">
                <ns2:creationId id="{DFAC96EC-B329-4EB8-A8DE-5A640752AD8B}"/>
              </a:ext>
            </a:extLst>
          </p:cNvPr>
          <p:cNvSpPr>
            <a:spLocks noGrp="1"/>
          </p:cNvSpPr>
          <p:nvPr/>
        </p:nvSpPr>
        <p:spPr>
          <a:xfrm>
            <a:off x="158305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{{h010}}</a:t>
            </a:r>
          </a:p>
        </p:txBody>
      </p:sp>
      <p:sp>
        <p:nvSpPr>
          <p:cNvPr id="66" name="tpl-p03-text-056">
            <a:extLst>
              <a:ext uri="{FF2B5EF4-FFF2-40B4-BE49-F238E27FC236}">
                <ns2:creationId id="{632BAA24-E616-4AB7-81EA-88C6C76BEF49}"/>
              </a:ext>
            </a:extLst>
          </p:cNvPr>
          <p:cNvSpPr>
            <a:spLocks noGrp="1"/>
          </p:cNvSpPr>
          <p:nvPr/>
        </p:nvSpPr>
        <p:spPr>
          <a:xfrm>
            <a:off x="158305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7" name="tpl-p03-text-057">
            <a:extLst>
              <a:ext uri="{FF2B5EF4-FFF2-40B4-BE49-F238E27FC236}">
                <ns2:creationId id="{994AC379-40D0-4D97-835F-AF1CEDB1F3FD}"/>
              </a:ext>
            </a:extLst>
          </p:cNvPr>
          <p:cNvSpPr>
            <a:spLocks noGrp="1"/>
          </p:cNvSpPr>
          <p:nvPr/>
        </p:nvSpPr>
        <p:spPr>
          <a:xfrm>
            <a:off x="158305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{{n020}}</a:t>
            </a:r>
          </a:p>
        </p:txBody>
      </p:sp>
      <p:sp>
        <p:nvSpPr>
          <p:cNvPr id="68" name="tpl-p03-text-058">
            <a:extLst>
              <a:ext uri="{FF2B5EF4-FFF2-40B4-BE49-F238E27FC236}">
                <ns2:creationId id="{08B4AB71-9FE6-4B8A-8DD0-8BA594EF9CB8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「対象外」は集計に含みません。</a:t>
            </a:r>
          </a:p>
        </p:txBody>
      </p:sp>
      <p:sp>
        <p:nvSpPr>
          <p:cNvPr id="70" name="tpl-p03-image-01">
            <a:extLst>
              <a:ext uri="{FF2B5EF4-FFF2-40B4-BE49-F238E27FC236}">
                <ns2:creationId id="{E8797EE9-4D9A-445C-9BE3-21497488F7FA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20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{{i001}}</a:t>
            </a:r>
          </a:p>
        </p:txBody>
      </p:sp>
      <p:sp>
        <p:nvSpPr>
          <p:cNvPr id="71" name="tpl-p03-image-02">
            <a:extLst>
              <a:ext uri="{FF2B5EF4-FFF2-40B4-BE49-F238E27FC236}">
                <ns2:creationId id="{599F36D4-C092-453B-A9A0-0653249669A8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1529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{{i002}}</a:t>
            </a:r>
          </a:p>
        </p:txBody>
      </p:sp>
      <p:sp>
        <p:nvSpPr>
          <p:cNvPr id="72" name="tpl-p03-image-03">
            <a:extLst>
              <a:ext uri="{FF2B5EF4-FFF2-40B4-BE49-F238E27FC236}">
                <ns2:creationId id="{FB9A457A-ABEE-4026-9EBC-F078E3698FD0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75438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{{i003}}</a:t>
            </a:r>
          </a:p>
        </p:txBody>
      </p:sp>
      <p:sp>
        <p:nvSpPr>
          <p:cNvPr id="73" name="tpl-p03-image-04">
            <a:extLst>
              <a:ext uri="{FF2B5EF4-FFF2-40B4-BE49-F238E27FC236}">
                <ns2:creationId id="{D36746A8-6233-435C-9285-5F69EAE04C83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09347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{{i004}}</a:t>
            </a:r>
          </a:p>
        </p:txBody>
      </p:sp>
      <p:sp>
        <p:nvSpPr>
          <p:cNvPr id="74" name="tpl-p03-image-05">
            <a:extLst>
              <a:ext uri="{FF2B5EF4-FFF2-40B4-BE49-F238E27FC236}">
                <ns2:creationId id="{DC2E9DDD-38C4-46D1-9C6D-56165C8C3D27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43256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{{i005}}</a:t>
            </a:r>
          </a:p>
        </p:txBody>
      </p:sp>
      <p:sp>
        <p:nvSpPr>
          <p:cNvPr id="75" name="tpl-p03-image-06">
            <a:extLst>
              <a:ext uri="{FF2B5EF4-FFF2-40B4-BE49-F238E27FC236}">
                <ns2:creationId id="{36717B37-B5A9-41F2-A0BD-3FB354A596FD}"/>
              </a:ext>
            </a:extLst>
          </p:cNvPr>
          <p:cNvSpPr>
            <a:spLocks noGrp="1"/>
          </p:cNvSpPr>
          <p:nvPr>
            <p:ph type="pic" idx="06"/>
          </p:nvPr>
        </p:nvSpPr>
        <p:spPr>
          <a:xfrm>
            <a:off x="7620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{{i006}}</a:t>
            </a:r>
          </a:p>
        </p:txBody>
      </p:sp>
      <p:sp>
        <p:nvSpPr>
          <p:cNvPr id="76" name="tpl-p03-image-07">
            <a:extLst>
              <a:ext uri="{FF2B5EF4-FFF2-40B4-BE49-F238E27FC236}">
                <ns2:creationId id="{5C01752A-3AEA-4CD7-9E90-3C48E3F5464C}"/>
              </a:ext>
            </a:extLst>
          </p:cNvPr>
          <p:cNvSpPr>
            <a:spLocks noGrp="1"/>
          </p:cNvSpPr>
          <p:nvPr>
            <p:ph type="pic" idx="07"/>
          </p:nvPr>
        </p:nvSpPr>
        <p:spPr>
          <a:xfrm>
            <a:off x="41529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{{i007}}</a:t>
            </a:r>
          </a:p>
        </p:txBody>
      </p:sp>
      <p:sp>
        <p:nvSpPr>
          <p:cNvPr id="77" name="tpl-p03-image-08">
            <a:extLst>
              <a:ext uri="{FF2B5EF4-FFF2-40B4-BE49-F238E27FC236}">
                <ns2:creationId id="{71061A2A-F484-4FCF-AFEE-12E7C6ED26AC}"/>
              </a:ext>
            </a:extLst>
          </p:cNvPr>
          <p:cNvSpPr>
            <a:spLocks noGrp="1"/>
          </p:cNvSpPr>
          <p:nvPr>
            <p:ph type="pic" idx="08"/>
          </p:nvPr>
        </p:nvSpPr>
        <p:spPr>
          <a:xfrm>
            <a:off x="75438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{{i008}}</a:t>
            </a:r>
          </a:p>
        </p:txBody>
      </p:sp>
      <p:sp>
        <p:nvSpPr>
          <p:cNvPr id="78" name="tpl-p03-image-09">
            <a:extLst>
              <a:ext uri="{FF2B5EF4-FFF2-40B4-BE49-F238E27FC236}">
                <ns2:creationId id="{F48B9B12-5CEA-4059-A061-80410FC66B02}"/>
              </a:ext>
            </a:extLst>
          </p:cNvPr>
          <p:cNvSpPr>
            <a:spLocks noGrp="1"/>
          </p:cNvSpPr>
          <p:nvPr>
            <p:ph type="pic" idx="09"/>
          </p:nvPr>
        </p:nvSpPr>
        <p:spPr>
          <a:xfrm>
            <a:off x="109347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{{i009}}</a:t>
            </a:r>
          </a:p>
        </p:txBody>
      </p:sp>
      <p:sp>
        <p:nvSpPr>
          <p:cNvPr id="79" name="tpl-p03-image-10">
            <a:extLst>
              <a:ext uri="{FF2B5EF4-FFF2-40B4-BE49-F238E27FC236}">
                <ns2:creationId id="{32000CCA-4514-4C19-A285-AF8A2F08425E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3256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{{i010}}</a:t>
            </a:r>
          </a:p>
        </p:txBody>
      </p:sp>
    </p:spTree>
    <p:extLst>
      <p:ext uri="{BB962C8B-B14F-4D97-AF65-F5344CB8AC3E}">
        <ns3:creationId val="34431280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tpl-p04-text-001">
            <a:extLst>
              <a:ext uri="{FF2B5EF4-FFF2-40B4-BE49-F238E27FC236}">
                <ns2:creationId id="{4E58BF90-749D-4017-BD8A-50BA4D29455C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4-text-002">
            <a:extLst>
              <a:ext uri="{FF2B5EF4-FFF2-40B4-BE49-F238E27FC236}">
                <ns2:creationId id="{FFCDECF6-A7C4-4F7C-8A45-9814424B9A6A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{{self}}｜再生数 TOP5</a:t>
            </a:r>
          </a:p>
        </p:txBody>
      </p:sp>
      <p:sp>
        <p:nvSpPr>
          <p:cNvPr id="3" name="tpl-p04-text-003">
            <a:extLst>
              <a:ext uri="{FF2B5EF4-FFF2-40B4-BE49-F238E27FC236}">
                <ns2:creationId id="{58EB5CF0-BA8F-4114-B16B-F8EA73303C9A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検索「{{q_self}}」 対象{{n021}}件</a:t>
            </a:r>
          </a:p>
        </p:txBody>
      </p:sp>
      <p:sp>
        <p:nvSpPr>
          <p:cNvPr id="4" name="tpl-p04-text-004">
            <a:extLst>
              <a:ext uri="{FF2B5EF4-FFF2-40B4-BE49-F238E27FC236}">
                <ns2:creationId id="{FDFED606-2697-4921-8D50-AE19CE67080A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04 / 25</a:t>
            </a:r>
          </a:p>
        </p:txBody>
      </p:sp>
      <p:sp>
        <p:nvSpPr>
          <p:cNvPr id="5" name="tpl-p04-text-005">
            <a:extLst>
              <a:ext uri="{FF2B5EF4-FFF2-40B4-BE49-F238E27FC236}">
                <ns2:creationId id="{20E46526-4A3A-4CBA-9A77-F8B12161B884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F0F9FF"/>
          </a:solidFill>
          <a:ln w="0">
            <a:noFill/>
          </a:ln>
        </p:spPr>
      </p:sp>
      <p:sp>
        <p:nvSpPr>
          <p:cNvPr id="6" name="tpl-p04-text-006">
            <a:extLst>
              <a:ext uri="{FF2B5EF4-FFF2-40B4-BE49-F238E27FC236}">
                <ns2:creationId id="{1BDF14F3-F631-48C4-AFEC-CBF946AA2D89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再生数上位の特徴・自社で試す要素</a:t>
            </a:r>
          </a:p>
        </p:txBody>
      </p:sp>
      <p:sp>
        <p:nvSpPr>
          <p:cNvPr id="7" name="tpl-p04-text-007">
            <a:extLst>
              <a:ext uri="{FF2B5EF4-FFF2-40B4-BE49-F238E27FC236}">
                <ns2:creationId id="{02156E1D-1252-4CE9-B61C-30F5FC2D5F15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04-text-008">
            <a:extLst>
              <a:ext uri="{FF2B5EF4-FFF2-40B4-BE49-F238E27FC236}">
                <ns2:creationId id="{D336C7D3-E7BA-4415-96C1-A8B6E90064AE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{{t005}}</a:t>
            </a:r>
          </a:p>
        </p:txBody>
      </p:sp>
      <p:sp>
        <p:nvSpPr>
          <p:cNvPr id="9" name="tpl-p04-text-009">
            <a:extLst>
              <a:ext uri="{FF2B5EF4-FFF2-40B4-BE49-F238E27FC236}">
                <ns2:creationId id="{D4F11721-65E5-41A1-83B6-6449223DC96B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04-text-010">
            <a:extLst>
              <a:ext uri="{FF2B5EF4-FFF2-40B4-BE49-F238E27FC236}">
                <ns2:creationId id="{EEF6F115-C593-4C03-B03A-76EE623392CE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{{t006}}</a:t>
            </a:r>
          </a:p>
        </p:txBody>
      </p:sp>
      <p:sp>
        <p:nvSpPr>
          <p:cNvPr id="11" name="tpl-p04-text-011">
            <a:extLst>
              <a:ext uri="{FF2B5EF4-FFF2-40B4-BE49-F238E27FC236}">
                <ns2:creationId id="{EE12A579-3B9C-485C-8D95-BE2DC8BB03C7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04-text-012">
            <a:extLst>
              <a:ext uri="{FF2B5EF4-FFF2-40B4-BE49-F238E27FC236}">
                <ns2:creationId id="{0C5295B0-2C14-48D7-8890-7DB8E7466FFC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04-text-013">
            <a:extLst>
              <a:ext uri="{FF2B5EF4-FFF2-40B4-BE49-F238E27FC236}">
                <ns2:creationId id="{626F92F5-A429-41A0-BD89-EDDDF0F01593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{{a014}}</a:t>
            </a:r>
          </a:p>
        </p:txBody>
      </p:sp>
      <p:sp>
        <p:nvSpPr>
          <p:cNvPr id="15" name="tpl-p04-text-014">
            <a:extLst>
              <a:ext uri="{FF2B5EF4-FFF2-40B4-BE49-F238E27FC236}">
                <ns2:creationId id="{74B11E7E-6F21-4B4C-BBDA-CD90C9AD9821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{{n022}}</a:t>
            </a:r>
          </a:p>
        </p:txBody>
      </p:sp>
      <p:sp>
        <p:nvSpPr>
          <p:cNvPr id="16" name="tpl-p04-text-015">
            <a:extLst>
              <a:ext uri="{FF2B5EF4-FFF2-40B4-BE49-F238E27FC236}">
                <ns2:creationId id="{272A5800-D62D-4EEE-839B-8174ED3E5D33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7" name="tpl-p04-text-016">
            <a:extLst>
              <a:ext uri="{FF2B5EF4-FFF2-40B4-BE49-F238E27FC236}">
                <ns2:creationId id="{10A2BC6A-77B5-4A39-856F-856C0D2D682E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18" name="tpl-p04-text-017">
            <a:extLst>
              <a:ext uri="{FF2B5EF4-FFF2-40B4-BE49-F238E27FC236}">
                <ns2:creationId id="{923D6C6D-6D33-48B2-911B-7B86B2F07391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{{n023}}</a:t>
            </a:r>
          </a:p>
        </p:txBody>
      </p:sp>
      <p:sp>
        <p:nvSpPr>
          <p:cNvPr id="19" name="tpl-p04-text-018">
            <a:extLst>
              <a:ext uri="{FF2B5EF4-FFF2-40B4-BE49-F238E27FC236}">
                <ns2:creationId id="{ACDF68A2-254C-4AB7-94C0-1B0EA64B172B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0" name="tpl-p04-text-019">
            <a:extLst>
              <a:ext uri="{FF2B5EF4-FFF2-40B4-BE49-F238E27FC236}">
                <ns2:creationId id="{80F7C3C6-FFFB-4E7F-AE97-CBDBF814956E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{{n024}}</a:t>
            </a:r>
          </a:p>
        </p:txBody>
      </p:sp>
      <p:sp>
        <p:nvSpPr>
          <p:cNvPr id="21" name="tpl-p04-text-020">
            <a:extLst>
              <a:ext uri="{FF2B5EF4-FFF2-40B4-BE49-F238E27FC236}">
                <ns2:creationId id="{8702EC19-1D3E-4E62-9C8F-E84DE0A4269C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2" name="tpl-p04-text-021">
            <a:extLst>
              <a:ext uri="{FF2B5EF4-FFF2-40B4-BE49-F238E27FC236}">
                <ns2:creationId id="{AFAB7271-1DCC-4AC3-B416-030A0FB61902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{{n025}}</a:t>
            </a:r>
          </a:p>
        </p:txBody>
      </p:sp>
      <p:sp>
        <p:nvSpPr>
          <p:cNvPr id="23" name="tpl-p04-text-022">
            <a:extLst>
              <a:ext uri="{FF2B5EF4-FFF2-40B4-BE49-F238E27FC236}">
                <ns2:creationId id="{A3638D8B-3D82-4495-821B-9560FB0795F5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24" name="tpl-p04-text-023">
            <a:extLst>
              <a:ext uri="{FF2B5EF4-FFF2-40B4-BE49-F238E27FC236}">
                <ns2:creationId id="{EA729289-551E-4260-8DEF-59E4EFF37B7F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{{n026}}</a:t>
            </a:r>
          </a:p>
        </p:txBody>
      </p:sp>
      <p:sp>
        <p:nvSpPr>
          <p:cNvPr id="25" name="tpl-p04-text-024">
            <a:extLst>
              <a:ext uri="{FF2B5EF4-FFF2-40B4-BE49-F238E27FC236}">
                <ns2:creationId id="{840C70E3-CC4C-4BE4-B746-BB67770533B5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04-text-025">
            <a:extLst>
              <a:ext uri="{FF2B5EF4-FFF2-40B4-BE49-F238E27FC236}">
                <ns2:creationId id="{B6147561-B916-4451-BD84-061252F69C15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04-text-026">
            <a:extLst>
              <a:ext uri="{FF2B5EF4-FFF2-40B4-BE49-F238E27FC236}">
                <ns2:creationId id="{F8239EA0-AE3E-45AC-B2C5-9FC2A7E7E7DC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{{a015}}</a:t>
            </a:r>
          </a:p>
        </p:txBody>
      </p:sp>
      <p:sp>
        <p:nvSpPr>
          <p:cNvPr id="29" name="tpl-p04-text-027">
            <a:extLst>
              <a:ext uri="{FF2B5EF4-FFF2-40B4-BE49-F238E27FC236}">
                <ns2:creationId id="{B56F61CB-853A-436B-ACF1-924284C4CBAA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{{n027}}</a:t>
            </a:r>
          </a:p>
        </p:txBody>
      </p:sp>
      <p:sp>
        <p:nvSpPr>
          <p:cNvPr id="30" name="tpl-p04-text-028">
            <a:extLst>
              <a:ext uri="{FF2B5EF4-FFF2-40B4-BE49-F238E27FC236}">
                <ns2:creationId id="{3C227CD6-6EBF-4592-B7A5-B03FC4678F65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1" name="tpl-p04-text-029">
            <a:extLst>
              <a:ext uri="{FF2B5EF4-FFF2-40B4-BE49-F238E27FC236}">
                <ns2:creationId id="{345FD05A-A125-4CC9-98DA-1CA31F9D3357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2" name="tpl-p04-text-030">
            <a:extLst>
              <a:ext uri="{FF2B5EF4-FFF2-40B4-BE49-F238E27FC236}">
                <ns2:creationId id="{7BE9E9A6-A30A-4A5D-932B-AFB2D4FE24FD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{{n028}}</a:t>
            </a:r>
          </a:p>
        </p:txBody>
      </p:sp>
      <p:sp>
        <p:nvSpPr>
          <p:cNvPr id="33" name="tpl-p04-text-031">
            <a:extLst>
              <a:ext uri="{FF2B5EF4-FFF2-40B4-BE49-F238E27FC236}">
                <ns2:creationId id="{FE49219A-0B92-4A2F-8710-85FFCE240365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4" name="tpl-p04-text-032">
            <a:extLst>
              <a:ext uri="{FF2B5EF4-FFF2-40B4-BE49-F238E27FC236}">
                <ns2:creationId id="{A4E1B988-EC9A-4DEC-9376-6A6987197A94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{{n029}}</a:t>
            </a:r>
          </a:p>
        </p:txBody>
      </p:sp>
      <p:sp>
        <p:nvSpPr>
          <p:cNvPr id="35" name="tpl-p04-text-033">
            <a:extLst>
              <a:ext uri="{FF2B5EF4-FFF2-40B4-BE49-F238E27FC236}">
                <ns2:creationId id="{B37E93AC-E410-4E83-8BF6-BAB627EB58C2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6" name="tpl-p04-text-034">
            <a:extLst>
              <a:ext uri="{FF2B5EF4-FFF2-40B4-BE49-F238E27FC236}">
                <ns2:creationId id="{A57E40BD-048C-4FF6-82D7-D6D1A837E8C4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{{n030}}</a:t>
            </a:r>
          </a:p>
        </p:txBody>
      </p:sp>
      <p:sp>
        <p:nvSpPr>
          <p:cNvPr id="37" name="tpl-p04-text-035">
            <a:extLst>
              <a:ext uri="{FF2B5EF4-FFF2-40B4-BE49-F238E27FC236}">
                <ns2:creationId id="{15EF26FD-51A7-4E46-AFD4-5DA0B6912EE7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38" name="tpl-p04-text-036">
            <a:extLst>
              <a:ext uri="{FF2B5EF4-FFF2-40B4-BE49-F238E27FC236}">
                <ns2:creationId id="{B7074870-43EF-4C65-B78F-91EFB438CCAC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{{n031}}</a:t>
            </a:r>
          </a:p>
        </p:txBody>
      </p:sp>
      <p:sp>
        <p:nvSpPr>
          <p:cNvPr id="39" name="tpl-p04-text-037">
            <a:extLst>
              <a:ext uri="{FF2B5EF4-FFF2-40B4-BE49-F238E27FC236}">
                <ns2:creationId id="{E8A5824D-1C19-4C9B-9779-0FF6F61784B2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04-text-038">
            <a:extLst>
              <a:ext uri="{FF2B5EF4-FFF2-40B4-BE49-F238E27FC236}">
                <ns2:creationId id="{CCB2A837-DEE8-416C-B788-DBCA7C24353E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04-text-039">
            <a:extLst>
              <a:ext uri="{FF2B5EF4-FFF2-40B4-BE49-F238E27FC236}">
                <ns2:creationId id="{2F51C951-EF31-4822-A9A3-B1A8562A94C1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{{a016}}</a:t>
            </a:r>
          </a:p>
        </p:txBody>
      </p:sp>
      <p:sp>
        <p:nvSpPr>
          <p:cNvPr id="43" name="tpl-p04-text-040">
            <a:extLst>
              <a:ext uri="{FF2B5EF4-FFF2-40B4-BE49-F238E27FC236}">
                <ns2:creationId id="{7B41A812-9AB1-4780-988D-AFB4BCFB61D8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{{n032}}</a:t>
            </a:r>
          </a:p>
        </p:txBody>
      </p:sp>
      <p:sp>
        <p:nvSpPr>
          <p:cNvPr id="44" name="tpl-p04-text-041">
            <a:extLst>
              <a:ext uri="{FF2B5EF4-FFF2-40B4-BE49-F238E27FC236}">
                <ns2:creationId id="{B814E431-7ECC-43BC-810C-9ECF2EE029C7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5" name="tpl-p04-text-042">
            <a:extLst>
              <a:ext uri="{FF2B5EF4-FFF2-40B4-BE49-F238E27FC236}">
                <ns2:creationId id="{9645B0F4-8102-4DF5-84CA-E3AC7AA292E5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6" name="tpl-p04-text-043">
            <a:extLst>
              <a:ext uri="{FF2B5EF4-FFF2-40B4-BE49-F238E27FC236}">
                <ns2:creationId id="{D03C23E1-2F44-4763-87DE-06BCBE19CAAC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{{n033}}</a:t>
            </a:r>
          </a:p>
        </p:txBody>
      </p:sp>
      <p:sp>
        <p:nvSpPr>
          <p:cNvPr id="47" name="tpl-p04-text-044">
            <a:extLst>
              <a:ext uri="{FF2B5EF4-FFF2-40B4-BE49-F238E27FC236}">
                <ns2:creationId id="{DEB0AE0B-F966-4D54-B6EE-DEC3A9979687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48" name="tpl-p04-text-045">
            <a:extLst>
              <a:ext uri="{FF2B5EF4-FFF2-40B4-BE49-F238E27FC236}">
                <ns2:creationId id="{1F7FCC33-72C3-4738-B220-4E6C3FD84586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{{n034}}</a:t>
            </a:r>
          </a:p>
        </p:txBody>
      </p:sp>
      <p:sp>
        <p:nvSpPr>
          <p:cNvPr id="49" name="tpl-p04-text-046">
            <a:extLst>
              <a:ext uri="{FF2B5EF4-FFF2-40B4-BE49-F238E27FC236}">
                <ns2:creationId id="{A04716DB-DE94-4055-BE6F-8BAF4E74F4DA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0" name="tpl-p04-text-047">
            <a:extLst>
              <a:ext uri="{FF2B5EF4-FFF2-40B4-BE49-F238E27FC236}">
                <ns2:creationId id="{4C430397-85A0-48C6-91B1-AD3734833B3A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{{n035}}</a:t>
            </a:r>
          </a:p>
        </p:txBody>
      </p:sp>
      <p:sp>
        <p:nvSpPr>
          <p:cNvPr id="51" name="tpl-p04-text-048">
            <a:extLst>
              <a:ext uri="{FF2B5EF4-FFF2-40B4-BE49-F238E27FC236}">
                <ns2:creationId id="{DFFB56E1-13F5-4C17-8D51-4A348B005622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52" name="tpl-p04-text-049">
            <a:extLst>
              <a:ext uri="{FF2B5EF4-FFF2-40B4-BE49-F238E27FC236}">
                <ns2:creationId id="{80C2DABA-2425-4246-9CDF-BB13F932368F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{{n036}}</a:t>
            </a:r>
          </a:p>
        </p:txBody>
      </p:sp>
      <p:sp>
        <p:nvSpPr>
          <p:cNvPr id="53" name="tpl-p04-text-050">
            <a:extLst>
              <a:ext uri="{FF2B5EF4-FFF2-40B4-BE49-F238E27FC236}">
                <ns2:creationId id="{7FD4B5EB-167D-4E81-A61E-77F2ED32C0A3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04-text-051">
            <a:extLst>
              <a:ext uri="{FF2B5EF4-FFF2-40B4-BE49-F238E27FC236}">
                <ns2:creationId id="{26F9F9D9-9514-4C6C-8E46-C46C7EED671B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6" name="tpl-p04-text-052">
            <a:extLst>
              <a:ext uri="{FF2B5EF4-FFF2-40B4-BE49-F238E27FC236}">
                <ns2:creationId id="{9249CA20-BE13-44B7-A702-901D2BE55D46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{{a017}}</a:t>
            </a:r>
          </a:p>
        </p:txBody>
      </p:sp>
      <p:sp>
        <p:nvSpPr>
          <p:cNvPr id="57" name="tpl-p04-text-053">
            <a:extLst>
              <a:ext uri="{FF2B5EF4-FFF2-40B4-BE49-F238E27FC236}">
                <ns2:creationId id="{AB4407E5-3F0C-4FC8-A06B-DCD194992C02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{{n037}}</a:t>
            </a:r>
          </a:p>
        </p:txBody>
      </p:sp>
      <p:sp>
        <p:nvSpPr>
          <p:cNvPr id="58" name="tpl-p04-text-054">
            <a:extLst>
              <a:ext uri="{FF2B5EF4-FFF2-40B4-BE49-F238E27FC236}">
                <ns2:creationId id="{7413F21B-E2AD-4293-AFDD-34789C727661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9" name="tpl-p04-text-055">
            <a:extLst>
              <a:ext uri="{FF2B5EF4-FFF2-40B4-BE49-F238E27FC236}">
                <ns2:creationId id="{6C80DEBF-AC5D-4934-B125-9ECF760D7CD4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0" name="tpl-p04-text-056">
            <a:extLst>
              <a:ext uri="{FF2B5EF4-FFF2-40B4-BE49-F238E27FC236}">
                <ns2:creationId id="{9D351D40-5132-48C1-8598-0C83D9DEF695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{{n038}}</a:t>
            </a:r>
          </a:p>
        </p:txBody>
      </p:sp>
      <p:sp>
        <p:nvSpPr>
          <p:cNvPr id="61" name="tpl-p04-text-057">
            <a:extLst>
              <a:ext uri="{FF2B5EF4-FFF2-40B4-BE49-F238E27FC236}">
                <ns2:creationId id="{F8EEC422-EAB7-40FE-AB9D-B35CA0E3C6E7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2" name="tpl-p04-text-058">
            <a:extLst>
              <a:ext uri="{FF2B5EF4-FFF2-40B4-BE49-F238E27FC236}">
                <ns2:creationId id="{A229DC02-4E8F-4B6C-BA9E-08C65EC0431E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{{n039}}</a:t>
            </a:r>
          </a:p>
        </p:txBody>
      </p:sp>
      <p:sp>
        <p:nvSpPr>
          <p:cNvPr id="63" name="tpl-p04-text-059">
            <a:extLst>
              <a:ext uri="{FF2B5EF4-FFF2-40B4-BE49-F238E27FC236}">
                <ns2:creationId id="{A63A2784-E13C-4A44-989A-E444F7716C7A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4" name="tpl-p04-text-060">
            <a:extLst>
              <a:ext uri="{FF2B5EF4-FFF2-40B4-BE49-F238E27FC236}">
                <ns2:creationId id="{B2CD44BB-2E10-4306-B0F1-A5CADBD0D27A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{{n040}}</a:t>
            </a:r>
          </a:p>
        </p:txBody>
      </p:sp>
      <p:sp>
        <p:nvSpPr>
          <p:cNvPr id="65" name="tpl-p04-text-061">
            <a:extLst>
              <a:ext uri="{FF2B5EF4-FFF2-40B4-BE49-F238E27FC236}">
                <ns2:creationId id="{D326134B-71A2-434D-A531-11D0A2F415A8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66" name="tpl-p04-text-062">
            <a:extLst>
              <a:ext uri="{FF2B5EF4-FFF2-40B4-BE49-F238E27FC236}">
                <ns2:creationId id="{6F794F54-E78A-4211-B9BB-6C85158350C2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{{n041}}</a:t>
            </a:r>
          </a:p>
        </p:txBody>
      </p:sp>
      <p:sp>
        <p:nvSpPr>
          <p:cNvPr id="67" name="tpl-p04-text-063">
            <a:extLst>
              <a:ext uri="{FF2B5EF4-FFF2-40B4-BE49-F238E27FC236}">
                <ns2:creationId id="{1CE22DAD-40DD-4D37-B2A1-4BD6AC21DF4C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8" name="tpl-p04-text-064">
            <a:extLst>
              <a:ext uri="{FF2B5EF4-FFF2-40B4-BE49-F238E27FC236}">
                <ns2:creationId id="{96288C22-7A12-41D7-AAA3-03F53037FE74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tpl-p04-text-065">
            <a:extLst>
              <a:ext uri="{FF2B5EF4-FFF2-40B4-BE49-F238E27FC236}">
                <ns2:creationId id="{4F263248-3F62-4355-BFFE-A89D3E44BF1C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{{a018}}</a:t>
            </a:r>
          </a:p>
        </p:txBody>
      </p:sp>
      <p:sp>
        <p:nvSpPr>
          <p:cNvPr id="71" name="tpl-p04-text-066">
            <a:extLst>
              <a:ext uri="{FF2B5EF4-FFF2-40B4-BE49-F238E27FC236}">
                <ns2:creationId id="{3FC33733-9E8D-429F-AD95-FADE3CB3499B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{{n042}}</a:t>
            </a:r>
          </a:p>
        </p:txBody>
      </p:sp>
      <p:sp>
        <p:nvSpPr>
          <p:cNvPr id="72" name="tpl-p04-text-067">
            <a:extLst>
              <a:ext uri="{FF2B5EF4-FFF2-40B4-BE49-F238E27FC236}">
                <ns2:creationId id="{5C23D954-6825-4DE4-943E-C2535560E1E5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73" name="tpl-p04-text-068">
            <a:extLst>
              <a:ext uri="{FF2B5EF4-FFF2-40B4-BE49-F238E27FC236}">
                <ns2:creationId id="{138DE96B-3BE0-4CD9-B369-C77588FDD46E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4" name="tpl-p04-text-069">
            <a:extLst>
              <a:ext uri="{FF2B5EF4-FFF2-40B4-BE49-F238E27FC236}">
                <ns2:creationId id="{30069F55-3CEC-4928-A25B-795B2A4908D7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{{n043}}</a:t>
            </a:r>
          </a:p>
        </p:txBody>
      </p:sp>
      <p:sp>
        <p:nvSpPr>
          <p:cNvPr id="75" name="tpl-p04-text-070">
            <a:extLst>
              <a:ext uri="{FF2B5EF4-FFF2-40B4-BE49-F238E27FC236}">
                <ns2:creationId id="{C5C68A97-6A75-4AC2-8705-00E07F4278D3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6" name="tpl-p04-text-071">
            <a:extLst>
              <a:ext uri="{FF2B5EF4-FFF2-40B4-BE49-F238E27FC236}">
                <ns2:creationId id="{A0659ED9-AF18-4AA2-B758-9D399D599CFE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{{n044}}</a:t>
            </a:r>
          </a:p>
        </p:txBody>
      </p:sp>
      <p:sp>
        <p:nvSpPr>
          <p:cNvPr id="77" name="tpl-p04-text-072">
            <a:extLst>
              <a:ext uri="{FF2B5EF4-FFF2-40B4-BE49-F238E27FC236}">
                <ns2:creationId id="{FC4BE377-7FC9-4E8C-A4F8-9AD3F34D3274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78" name="tpl-p04-text-073">
            <a:extLst>
              <a:ext uri="{FF2B5EF4-FFF2-40B4-BE49-F238E27FC236}">
                <ns2:creationId id="{CAB4B238-B782-4378-8717-096EB33D6B2B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{{n045}}</a:t>
            </a:r>
          </a:p>
        </p:txBody>
      </p:sp>
      <p:sp>
        <p:nvSpPr>
          <p:cNvPr id="79" name="tpl-p04-text-074">
            <a:extLst>
              <a:ext uri="{FF2B5EF4-FFF2-40B4-BE49-F238E27FC236}">
                <ns2:creationId id="{1E2F001F-8935-40E8-B868-76A0234EBD07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80" name="tpl-p04-text-075">
            <a:extLst>
              <a:ext uri="{FF2B5EF4-FFF2-40B4-BE49-F238E27FC236}">
                <ns2:creationId id="{A0AAF659-271D-4DE7-8702-7F7A3A4D2223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{{n046}}</a:t>
            </a:r>
          </a:p>
        </p:txBody>
      </p:sp>
      <p:sp>
        <p:nvSpPr>
          <p:cNvPr id="82" name="tpl-p04-image-01">
            <a:extLst>
              <a:ext uri="{FF2B5EF4-FFF2-40B4-BE49-F238E27FC236}">
                <ns2:creationId id="{69190480-CF33-4CF3-BD98-2F0C24C52064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{{i011}}</a:t>
            </a:r>
          </a:p>
        </p:txBody>
      </p:sp>
      <p:sp>
        <p:nvSpPr>
          <p:cNvPr id="83" name="tpl-p04-image-02">
            <a:extLst>
              <a:ext uri="{FF2B5EF4-FFF2-40B4-BE49-F238E27FC236}">
                <ns2:creationId id="{3992A2EC-501C-483F-BE42-61D5256F4FAA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{{i012}}</a:t>
            </a:r>
          </a:p>
        </p:txBody>
      </p:sp>
      <p:sp>
        <p:nvSpPr>
          <p:cNvPr id="84" name="tpl-p04-image-03">
            <a:extLst>
              <a:ext uri="{FF2B5EF4-FFF2-40B4-BE49-F238E27FC236}">
                <ns2:creationId id="{28F67A7D-BE97-4BD8-AB10-69D162F51584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{{i013}}</a:t>
            </a:r>
          </a:p>
        </p:txBody>
      </p:sp>
      <p:sp>
        <p:nvSpPr>
          <p:cNvPr id="85" name="tpl-p04-image-04">
            <a:extLst>
              <a:ext uri="{FF2B5EF4-FFF2-40B4-BE49-F238E27FC236}">
                <ns2:creationId id="{D28D131C-E2D9-4294-BA35-B3BBDEBF57C5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{{i014}}</a:t>
            </a:r>
          </a:p>
        </p:txBody>
      </p:sp>
      <p:sp>
        <p:nvSpPr>
          <p:cNvPr id="86" name="tpl-p04-image-05">
            <a:extLst>
              <a:ext uri="{FF2B5EF4-FFF2-40B4-BE49-F238E27FC236}">
                <ns2:creationId id="{2A316BCB-280B-4737-A1B6-7352372A09DE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{{i015}}</a:t>
            </a:r>
          </a:p>
        </p:txBody>
      </p:sp>
    </p:spTree>
    <p:extLst>
      <p:ext uri="{BB962C8B-B14F-4D97-AF65-F5344CB8AC3E}">
        <ns3:creationId val="520392960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tpl-p05-text-001">
            <a:extLst>
              <a:ext uri="{FF2B5EF4-FFF2-40B4-BE49-F238E27FC236}">
                <ns2:creationId id="{7EBA9B52-CED1-4E93-9C97-FA8FA8605035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5-text-002">
            <a:extLst>
              <a:ext uri="{FF2B5EF4-FFF2-40B4-BE49-F238E27FC236}">
                <ns2:creationId id="{5579F7E1-7A1B-402F-8031-A982FA47A96C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CE0000"/>
                </a:solidFill>
                <a:latin typeface="YuGothic"/>
                <a:ea typeface="YuGothic"/>
                <a:cs typeface="YuGothic"/>
              </a:rPr>
              <a:t>{{self}}｜反応率 TOP5</a:t>
            </a:r>
          </a:p>
        </p:txBody>
      </p:sp>
      <p:sp>
        <p:nvSpPr>
          <p:cNvPr id="3" name="tpl-p05-text-003">
            <a:extLst>
              <a:ext uri="{FF2B5EF4-FFF2-40B4-BE49-F238E27FC236}">
                <ns2:creationId id="{AF027BC4-03F5-4294-A70C-A0E6676E27CC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検索「{{q_self}}」 対象{{n047}}件</a:t>
            </a:r>
          </a:p>
        </p:txBody>
      </p:sp>
      <p:sp>
        <p:nvSpPr>
          <p:cNvPr id="4" name="tpl-p05-text-004">
            <a:extLst>
              <a:ext uri="{FF2B5EF4-FFF2-40B4-BE49-F238E27FC236}">
                <ns2:creationId id="{66D5706F-D9F3-41FC-A0D3-A68BC8CCF8F4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05 / 25</a:t>
            </a:r>
          </a:p>
        </p:txBody>
      </p:sp>
      <p:sp>
        <p:nvSpPr>
          <p:cNvPr id="5" name="tpl-p05-text-005">
            <a:extLst>
              <a:ext uri="{FF2B5EF4-FFF2-40B4-BE49-F238E27FC236}">
                <ns2:creationId id="{79472748-0666-4E6F-903C-7FB855DF11BB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FDEEEE"/>
          </a:solidFill>
          <a:ln w="0">
            <a:noFill/>
          </a:ln>
        </p:spPr>
      </p:sp>
      <p:sp>
        <p:nvSpPr>
          <p:cNvPr id="6" name="tpl-p05-text-006">
            <a:extLst>
              <a:ext uri="{FF2B5EF4-FFF2-40B4-BE49-F238E27FC236}">
                <ns2:creationId id="{244815EB-FC28-43CA-AAFA-5F322C319152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CE0000"/>
                </a:solidFill>
                <a:latin typeface="YuGothic"/>
                <a:ea typeface="YuGothic"/>
                <a:cs typeface="YuGothic"/>
              </a:rPr>
              <a:t>反応率上位の特徴・自社で試す要素</a:t>
            </a:r>
          </a:p>
        </p:txBody>
      </p:sp>
      <p:sp>
        <p:nvSpPr>
          <p:cNvPr id="7" name="tpl-p05-text-007">
            <a:extLst>
              <a:ext uri="{FF2B5EF4-FFF2-40B4-BE49-F238E27FC236}">
                <ns2:creationId id="{0927764F-9764-4CD8-B408-04B2E6E0BE54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05-text-008">
            <a:extLst>
              <a:ext uri="{FF2B5EF4-FFF2-40B4-BE49-F238E27FC236}">
                <ns2:creationId id="{F90D92DB-E8B0-4871-A90F-BB051357526C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{{t007}}</a:t>
            </a:r>
          </a:p>
        </p:txBody>
      </p:sp>
      <p:sp>
        <p:nvSpPr>
          <p:cNvPr id="9" name="tpl-p05-text-009">
            <a:extLst>
              <a:ext uri="{FF2B5EF4-FFF2-40B4-BE49-F238E27FC236}">
                <ns2:creationId id="{F017D021-6AE0-448D-92EC-7943823E35AE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05-text-010">
            <a:extLst>
              <a:ext uri="{FF2B5EF4-FFF2-40B4-BE49-F238E27FC236}">
                <ns2:creationId id="{F5929001-1040-4B63-9064-968FD1004991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{{t008}}</a:t>
            </a:r>
          </a:p>
        </p:txBody>
      </p:sp>
      <p:sp>
        <p:nvSpPr>
          <p:cNvPr id="11" name="tpl-p05-text-011">
            <a:extLst>
              <a:ext uri="{FF2B5EF4-FFF2-40B4-BE49-F238E27FC236}">
                <ns2:creationId id="{A44F4C03-223F-460B-9F2C-2B5508C85AC6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05-text-012">
            <a:extLst>
              <a:ext uri="{FF2B5EF4-FFF2-40B4-BE49-F238E27FC236}">
                <ns2:creationId id="{302D3482-FE2E-4C6A-B853-5345FF394E22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05-text-013">
            <a:extLst>
              <a:ext uri="{FF2B5EF4-FFF2-40B4-BE49-F238E27FC236}">
                <ns2:creationId id="{7A1B2DFB-C036-48E8-8DCC-4AFF13E1D070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{{a019}}</a:t>
            </a:r>
          </a:p>
        </p:txBody>
      </p:sp>
      <p:sp>
        <p:nvSpPr>
          <p:cNvPr id="15" name="tpl-p05-text-014">
            <a:extLst>
              <a:ext uri="{FF2B5EF4-FFF2-40B4-BE49-F238E27FC236}">
                <ns2:creationId id="{34B99597-4E3A-4F56-A68D-7B7470B6335F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{{n048}}</a:t>
            </a:r>
          </a:p>
        </p:txBody>
      </p:sp>
      <p:sp>
        <p:nvSpPr>
          <p:cNvPr id="16" name="tpl-p05-text-015">
            <a:extLst>
              <a:ext uri="{FF2B5EF4-FFF2-40B4-BE49-F238E27FC236}">
                <ns2:creationId id="{A8C5300F-81A5-452B-A7F5-505DC61E47E5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{{n049}} 回</a:t>
            </a:r>
          </a:p>
        </p:txBody>
      </p:sp>
      <p:sp>
        <p:nvSpPr>
          <p:cNvPr id="17" name="tpl-p05-text-016">
            <a:extLst>
              <a:ext uri="{FF2B5EF4-FFF2-40B4-BE49-F238E27FC236}">
                <ns2:creationId id="{AD60DA37-30E7-40C1-B679-487534C9F2A9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18" name="tpl-p05-text-017">
            <a:extLst>
              <a:ext uri="{FF2B5EF4-FFF2-40B4-BE49-F238E27FC236}">
                <ns2:creationId id="{AEF5EEB0-ECA4-4DA6-A897-DCC8F77C0515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{{n050}}</a:t>
            </a:r>
          </a:p>
        </p:txBody>
      </p:sp>
      <p:sp>
        <p:nvSpPr>
          <p:cNvPr id="19" name="tpl-p05-text-018">
            <a:extLst>
              <a:ext uri="{FF2B5EF4-FFF2-40B4-BE49-F238E27FC236}">
                <ns2:creationId id="{4593115E-74F7-4926-A1E3-8F856609FFD5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0" name="tpl-p05-text-019">
            <a:extLst>
              <a:ext uri="{FF2B5EF4-FFF2-40B4-BE49-F238E27FC236}">
                <ns2:creationId id="{B055E6D0-C3A5-4EAA-9F1F-B304CA8721FB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{{n051}}</a:t>
            </a:r>
          </a:p>
        </p:txBody>
      </p:sp>
      <p:sp>
        <p:nvSpPr>
          <p:cNvPr id="21" name="tpl-p05-text-020">
            <a:extLst>
              <a:ext uri="{FF2B5EF4-FFF2-40B4-BE49-F238E27FC236}">
                <ns2:creationId id="{B33D48C5-49FF-4D59-B0CF-44FE78C244A4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2" name="tpl-p05-text-021">
            <a:extLst>
              <a:ext uri="{FF2B5EF4-FFF2-40B4-BE49-F238E27FC236}">
                <ns2:creationId id="{8E5D9FC9-C94F-42AA-980D-E8B27B4E1FA9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{{n052}}</a:t>
            </a:r>
          </a:p>
        </p:txBody>
      </p:sp>
      <p:sp>
        <p:nvSpPr>
          <p:cNvPr id="23" name="tpl-p05-text-022">
            <a:extLst>
              <a:ext uri="{FF2B5EF4-FFF2-40B4-BE49-F238E27FC236}">
                <ns2:creationId id="{4179BA64-C444-427A-A001-A3DC6596A443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24" name="tpl-p05-text-023">
            <a:extLst>
              <a:ext uri="{FF2B5EF4-FFF2-40B4-BE49-F238E27FC236}">
                <ns2:creationId id="{9E403132-9B46-4667-B1E8-CC453A236F53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{{n053}}</a:t>
            </a:r>
          </a:p>
        </p:txBody>
      </p:sp>
      <p:sp>
        <p:nvSpPr>
          <p:cNvPr id="25" name="tpl-p05-text-024">
            <a:extLst>
              <a:ext uri="{FF2B5EF4-FFF2-40B4-BE49-F238E27FC236}">
                <ns2:creationId id="{461DACD2-54F1-4C06-A573-9B1220C07454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05-text-025">
            <a:extLst>
              <a:ext uri="{FF2B5EF4-FFF2-40B4-BE49-F238E27FC236}">
                <ns2:creationId id="{96B108B0-0C87-43C2-A449-2844C833C994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05-text-026">
            <a:extLst>
              <a:ext uri="{FF2B5EF4-FFF2-40B4-BE49-F238E27FC236}">
                <ns2:creationId id="{E4074F39-6836-463E-A78F-86F722F69DAC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{{a020}}</a:t>
            </a:r>
          </a:p>
        </p:txBody>
      </p:sp>
      <p:sp>
        <p:nvSpPr>
          <p:cNvPr id="29" name="tpl-p05-text-027">
            <a:extLst>
              <a:ext uri="{FF2B5EF4-FFF2-40B4-BE49-F238E27FC236}">
                <ns2:creationId id="{62E6807D-5635-4A38-8CF0-27741F5D8A13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{{n054}}</a:t>
            </a:r>
          </a:p>
        </p:txBody>
      </p:sp>
      <p:sp>
        <p:nvSpPr>
          <p:cNvPr id="30" name="tpl-p05-text-028">
            <a:extLst>
              <a:ext uri="{FF2B5EF4-FFF2-40B4-BE49-F238E27FC236}">
                <ns2:creationId id="{9D513C8A-A684-4489-BC27-E51DD150DF87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{{n055}} 回</a:t>
            </a:r>
          </a:p>
        </p:txBody>
      </p:sp>
      <p:sp>
        <p:nvSpPr>
          <p:cNvPr id="31" name="tpl-p05-text-029">
            <a:extLst>
              <a:ext uri="{FF2B5EF4-FFF2-40B4-BE49-F238E27FC236}">
                <ns2:creationId id="{E5C32063-B79E-4D68-A67E-A5205456E931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2" name="tpl-p05-text-030">
            <a:extLst>
              <a:ext uri="{FF2B5EF4-FFF2-40B4-BE49-F238E27FC236}">
                <ns2:creationId id="{D4DF24B2-84B4-4773-B0ED-00422D28AB70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{{n056}}</a:t>
            </a:r>
          </a:p>
        </p:txBody>
      </p:sp>
      <p:sp>
        <p:nvSpPr>
          <p:cNvPr id="33" name="tpl-p05-text-031">
            <a:extLst>
              <a:ext uri="{FF2B5EF4-FFF2-40B4-BE49-F238E27FC236}">
                <ns2:creationId id="{A18C2F9C-9D19-4FCD-A0EE-131B65C44CDD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4" name="tpl-p05-text-032">
            <a:extLst>
              <a:ext uri="{FF2B5EF4-FFF2-40B4-BE49-F238E27FC236}">
                <ns2:creationId id="{944FE93A-C890-40C1-B16B-45DB5FCF7C58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{{n057}}</a:t>
            </a:r>
          </a:p>
        </p:txBody>
      </p:sp>
      <p:sp>
        <p:nvSpPr>
          <p:cNvPr id="35" name="tpl-p05-text-033">
            <a:extLst>
              <a:ext uri="{FF2B5EF4-FFF2-40B4-BE49-F238E27FC236}">
                <ns2:creationId id="{F8726248-AFC2-4503-8403-663C1C23E7C4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6" name="tpl-p05-text-034">
            <a:extLst>
              <a:ext uri="{FF2B5EF4-FFF2-40B4-BE49-F238E27FC236}">
                <ns2:creationId id="{0052519B-C502-4AAE-80F3-8A683A22914E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{{n058}}</a:t>
            </a:r>
          </a:p>
        </p:txBody>
      </p:sp>
      <p:sp>
        <p:nvSpPr>
          <p:cNvPr id="37" name="tpl-p05-text-035">
            <a:extLst>
              <a:ext uri="{FF2B5EF4-FFF2-40B4-BE49-F238E27FC236}">
                <ns2:creationId id="{58C23091-50E9-49C6-AA07-23D532B20C16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38" name="tpl-p05-text-036">
            <a:extLst>
              <a:ext uri="{FF2B5EF4-FFF2-40B4-BE49-F238E27FC236}">
                <ns2:creationId id="{96BFAA9C-AA24-41E0-BCD2-D0ABF49A71DA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{{n059}}</a:t>
            </a:r>
          </a:p>
        </p:txBody>
      </p:sp>
      <p:sp>
        <p:nvSpPr>
          <p:cNvPr id="39" name="tpl-p05-text-037">
            <a:extLst>
              <a:ext uri="{FF2B5EF4-FFF2-40B4-BE49-F238E27FC236}">
                <ns2:creationId id="{1CE5DEC6-7AC7-4FB5-80B2-E23B58A55A96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05-text-038">
            <a:extLst>
              <a:ext uri="{FF2B5EF4-FFF2-40B4-BE49-F238E27FC236}">
                <ns2:creationId id="{2A8FBC31-4838-4A4D-94A1-E2BB55B0E84F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05-text-039">
            <a:extLst>
              <a:ext uri="{FF2B5EF4-FFF2-40B4-BE49-F238E27FC236}">
                <ns2:creationId id="{3D6FA225-EB53-4A72-B59F-C00C62BD262F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{{a021}}</a:t>
            </a:r>
          </a:p>
        </p:txBody>
      </p:sp>
      <p:sp>
        <p:nvSpPr>
          <p:cNvPr id="43" name="tpl-p05-text-040">
            <a:extLst>
              <a:ext uri="{FF2B5EF4-FFF2-40B4-BE49-F238E27FC236}">
                <ns2:creationId id="{787A503E-60FF-4A04-8034-FB4D7EC48A61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{{n060}}</a:t>
            </a:r>
          </a:p>
        </p:txBody>
      </p:sp>
      <p:sp>
        <p:nvSpPr>
          <p:cNvPr id="44" name="tpl-p05-text-041">
            <a:extLst>
              <a:ext uri="{FF2B5EF4-FFF2-40B4-BE49-F238E27FC236}">
                <ns2:creationId id="{4F237CCF-5FF7-468B-BB74-4F90B77317FF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{{n061}} 回</a:t>
            </a:r>
          </a:p>
        </p:txBody>
      </p:sp>
      <p:sp>
        <p:nvSpPr>
          <p:cNvPr id="45" name="tpl-p05-text-042">
            <a:extLst>
              <a:ext uri="{FF2B5EF4-FFF2-40B4-BE49-F238E27FC236}">
                <ns2:creationId id="{06F9B568-66BE-468A-9E1E-C78E3BC676FF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6" name="tpl-p05-text-043">
            <a:extLst>
              <a:ext uri="{FF2B5EF4-FFF2-40B4-BE49-F238E27FC236}">
                <ns2:creationId id="{A392E46A-F669-4BB4-8DDC-BF3D7404C72D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{{n062}}</a:t>
            </a:r>
          </a:p>
        </p:txBody>
      </p:sp>
      <p:sp>
        <p:nvSpPr>
          <p:cNvPr id="47" name="tpl-p05-text-044">
            <a:extLst>
              <a:ext uri="{FF2B5EF4-FFF2-40B4-BE49-F238E27FC236}">
                <ns2:creationId id="{0D899FAB-E36C-4CB3-B55B-26144381A947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48" name="tpl-p05-text-045">
            <a:extLst>
              <a:ext uri="{FF2B5EF4-FFF2-40B4-BE49-F238E27FC236}">
                <ns2:creationId id="{7474DA88-B32D-4825-9F21-A66A769A468F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{{n063}}</a:t>
            </a:r>
          </a:p>
        </p:txBody>
      </p:sp>
      <p:sp>
        <p:nvSpPr>
          <p:cNvPr id="49" name="tpl-p05-text-046">
            <a:extLst>
              <a:ext uri="{FF2B5EF4-FFF2-40B4-BE49-F238E27FC236}">
                <ns2:creationId id="{0C87D83E-9FD8-415D-B9A7-91EE6DAE771A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0" name="tpl-p05-text-047">
            <a:extLst>
              <a:ext uri="{FF2B5EF4-FFF2-40B4-BE49-F238E27FC236}">
                <ns2:creationId id="{21967009-ACCE-4AD9-91CB-2502814154E4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{{n064}}</a:t>
            </a:r>
          </a:p>
        </p:txBody>
      </p:sp>
      <p:sp>
        <p:nvSpPr>
          <p:cNvPr id="51" name="tpl-p05-text-048">
            <a:extLst>
              <a:ext uri="{FF2B5EF4-FFF2-40B4-BE49-F238E27FC236}">
                <ns2:creationId id="{4DE03BCD-DA04-4D07-B6D8-FE6323734549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52" name="tpl-p05-text-049">
            <a:extLst>
              <a:ext uri="{FF2B5EF4-FFF2-40B4-BE49-F238E27FC236}">
                <ns2:creationId id="{01282915-502B-479F-BE0C-5B80383C4009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{{n065}}</a:t>
            </a:r>
          </a:p>
        </p:txBody>
      </p:sp>
      <p:sp>
        <p:nvSpPr>
          <p:cNvPr id="53" name="tpl-p05-text-050">
            <a:extLst>
              <a:ext uri="{FF2B5EF4-FFF2-40B4-BE49-F238E27FC236}">
                <ns2:creationId id="{9FAE59E7-A4C3-4765-BE82-1A87F04BDF04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05-text-051">
            <a:extLst>
              <a:ext uri="{FF2B5EF4-FFF2-40B4-BE49-F238E27FC236}">
                <ns2:creationId id="{0937C65D-5776-46A5-9A7A-83E8922D93F9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6" name="tpl-p05-text-052">
            <a:extLst>
              <a:ext uri="{FF2B5EF4-FFF2-40B4-BE49-F238E27FC236}">
                <ns2:creationId id="{53C3820B-06C2-42DB-ACFB-9549E0795D56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{{a022}}</a:t>
            </a:r>
          </a:p>
        </p:txBody>
      </p:sp>
      <p:sp>
        <p:nvSpPr>
          <p:cNvPr id="57" name="tpl-p05-text-053">
            <a:extLst>
              <a:ext uri="{FF2B5EF4-FFF2-40B4-BE49-F238E27FC236}">
                <ns2:creationId id="{D0213C09-71E9-46EA-B9AB-8D485A6A8F9A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{{n066}}</a:t>
            </a:r>
          </a:p>
        </p:txBody>
      </p:sp>
      <p:sp>
        <p:nvSpPr>
          <p:cNvPr id="58" name="tpl-p05-text-054">
            <a:extLst>
              <a:ext uri="{FF2B5EF4-FFF2-40B4-BE49-F238E27FC236}">
                <ns2:creationId id="{4509ACE1-DACC-4F81-9A46-8BDA51259489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{{n067}} 回</a:t>
            </a:r>
          </a:p>
        </p:txBody>
      </p:sp>
      <p:sp>
        <p:nvSpPr>
          <p:cNvPr id="59" name="tpl-p05-text-055">
            <a:extLst>
              <a:ext uri="{FF2B5EF4-FFF2-40B4-BE49-F238E27FC236}">
                <ns2:creationId id="{2A729EE8-3AD3-453D-A13A-AFA0E378E4B7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0" name="tpl-p05-text-056">
            <a:extLst>
              <a:ext uri="{FF2B5EF4-FFF2-40B4-BE49-F238E27FC236}">
                <ns2:creationId id="{543ECB1A-4504-4C8C-93E0-D3BBDA632D2A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{{n068}}</a:t>
            </a:r>
          </a:p>
        </p:txBody>
      </p:sp>
      <p:sp>
        <p:nvSpPr>
          <p:cNvPr id="61" name="tpl-p05-text-057">
            <a:extLst>
              <a:ext uri="{FF2B5EF4-FFF2-40B4-BE49-F238E27FC236}">
                <ns2:creationId id="{96482AAF-7283-4F6E-8239-84B1E5503B64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2" name="tpl-p05-text-058">
            <a:extLst>
              <a:ext uri="{FF2B5EF4-FFF2-40B4-BE49-F238E27FC236}">
                <ns2:creationId id="{F2ABE4C8-CFEA-492A-9245-0EFCEA18A318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{{n069}}</a:t>
            </a:r>
          </a:p>
        </p:txBody>
      </p:sp>
      <p:sp>
        <p:nvSpPr>
          <p:cNvPr id="63" name="tpl-p05-text-059">
            <a:extLst>
              <a:ext uri="{FF2B5EF4-FFF2-40B4-BE49-F238E27FC236}">
                <ns2:creationId id="{F55F9958-308F-4E7D-B9A6-A407F40FD967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4" name="tpl-p05-text-060">
            <a:extLst>
              <a:ext uri="{FF2B5EF4-FFF2-40B4-BE49-F238E27FC236}">
                <ns2:creationId id="{EF932803-BE11-49AD-9F92-035A7E7543C4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{{n070}}</a:t>
            </a:r>
          </a:p>
        </p:txBody>
      </p:sp>
      <p:sp>
        <p:nvSpPr>
          <p:cNvPr id="65" name="tpl-p05-text-061">
            <a:extLst>
              <a:ext uri="{FF2B5EF4-FFF2-40B4-BE49-F238E27FC236}">
                <ns2:creationId id="{5573FC81-837B-4F33-9001-3F75A7DC259F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66" name="tpl-p05-text-062">
            <a:extLst>
              <a:ext uri="{FF2B5EF4-FFF2-40B4-BE49-F238E27FC236}">
                <ns2:creationId id="{AD432A42-48E1-4D75-B016-7BC61A5D1644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{{n071}}</a:t>
            </a:r>
          </a:p>
        </p:txBody>
      </p:sp>
      <p:sp>
        <p:nvSpPr>
          <p:cNvPr id="67" name="tpl-p05-text-063">
            <a:extLst>
              <a:ext uri="{FF2B5EF4-FFF2-40B4-BE49-F238E27FC236}">
                <ns2:creationId id="{5E887FBB-A172-4214-B508-7EDC2073BBDC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8" name="tpl-p05-text-064">
            <a:extLst>
              <a:ext uri="{FF2B5EF4-FFF2-40B4-BE49-F238E27FC236}">
                <ns2:creationId id="{F39EE5E9-5D4D-46A7-9DE0-942F0D2CFF5A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tpl-p05-text-065">
            <a:extLst>
              <a:ext uri="{FF2B5EF4-FFF2-40B4-BE49-F238E27FC236}">
                <ns2:creationId id="{8A658FC0-9EE1-4196-9E2B-B057D9672162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{{a023}}</a:t>
            </a:r>
          </a:p>
        </p:txBody>
      </p:sp>
      <p:sp>
        <p:nvSpPr>
          <p:cNvPr id="71" name="tpl-p05-text-066">
            <a:extLst>
              <a:ext uri="{FF2B5EF4-FFF2-40B4-BE49-F238E27FC236}">
                <ns2:creationId id="{744657C0-2F37-4EB7-9DCE-DA6CD7FA35EE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{{n072}}</a:t>
            </a:r>
          </a:p>
        </p:txBody>
      </p:sp>
      <p:sp>
        <p:nvSpPr>
          <p:cNvPr id="72" name="tpl-p05-text-067">
            <a:extLst>
              <a:ext uri="{FF2B5EF4-FFF2-40B4-BE49-F238E27FC236}">
                <ns2:creationId id="{79192442-85A1-4C95-9B7D-AE89C5DA54ED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{{n073}} 回</a:t>
            </a:r>
          </a:p>
        </p:txBody>
      </p:sp>
      <p:sp>
        <p:nvSpPr>
          <p:cNvPr id="73" name="tpl-p05-text-068">
            <a:extLst>
              <a:ext uri="{FF2B5EF4-FFF2-40B4-BE49-F238E27FC236}">
                <ns2:creationId id="{358813DB-44B7-40AB-A409-8FCB7A2E5721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4" name="tpl-p05-text-069">
            <a:extLst>
              <a:ext uri="{FF2B5EF4-FFF2-40B4-BE49-F238E27FC236}">
                <ns2:creationId id="{568926D9-8E5A-485F-B3B4-13D9666161C6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{{n074}}</a:t>
            </a:r>
          </a:p>
        </p:txBody>
      </p:sp>
      <p:sp>
        <p:nvSpPr>
          <p:cNvPr id="75" name="tpl-p05-text-070">
            <a:extLst>
              <a:ext uri="{FF2B5EF4-FFF2-40B4-BE49-F238E27FC236}">
                <ns2:creationId id="{37455AA3-8AFA-4A6B-AA96-FC7E8DA2E6B8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6" name="tpl-p05-text-071">
            <a:extLst>
              <a:ext uri="{FF2B5EF4-FFF2-40B4-BE49-F238E27FC236}">
                <ns2:creationId id="{E0C7C7DB-728F-4C7A-AA3E-53A2C35380F5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{{n075}}</a:t>
            </a:r>
          </a:p>
        </p:txBody>
      </p:sp>
      <p:sp>
        <p:nvSpPr>
          <p:cNvPr id="77" name="tpl-p05-text-072">
            <a:extLst>
              <a:ext uri="{FF2B5EF4-FFF2-40B4-BE49-F238E27FC236}">
                <ns2:creationId id="{E443B925-2264-47D1-B050-B88AAF2D3B37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78" name="tpl-p05-text-073">
            <a:extLst>
              <a:ext uri="{FF2B5EF4-FFF2-40B4-BE49-F238E27FC236}">
                <ns2:creationId id="{6A555344-FBA9-4B45-9C73-8854722028F5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{{n076}}</a:t>
            </a:r>
          </a:p>
        </p:txBody>
      </p:sp>
      <p:sp>
        <p:nvSpPr>
          <p:cNvPr id="79" name="tpl-p05-text-074">
            <a:extLst>
              <a:ext uri="{FF2B5EF4-FFF2-40B4-BE49-F238E27FC236}">
                <ns2:creationId id="{8E0F1256-7C1B-444B-B290-2F8F5B8CBA57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80" name="tpl-p05-text-075">
            <a:extLst>
              <a:ext uri="{FF2B5EF4-FFF2-40B4-BE49-F238E27FC236}">
                <ns2:creationId id="{87F109D8-A5B8-4141-92E4-A6EA21F9084D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{{n077}}</a:t>
            </a:r>
          </a:p>
        </p:txBody>
      </p:sp>
      <p:sp>
        <p:nvSpPr>
          <p:cNvPr id="82" name="tpl-p05-image-01">
            <a:extLst>
              <a:ext uri="{FF2B5EF4-FFF2-40B4-BE49-F238E27FC236}">
                <ns2:creationId id="{85FBBFE5-670B-493C-86DB-D0D728AD508F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{{i016}}</a:t>
            </a:r>
          </a:p>
        </p:txBody>
      </p:sp>
      <p:sp>
        <p:nvSpPr>
          <p:cNvPr id="83" name="tpl-p05-image-02">
            <a:extLst>
              <a:ext uri="{FF2B5EF4-FFF2-40B4-BE49-F238E27FC236}">
                <ns2:creationId id="{E4B5E12D-8CF4-410F-B3F1-A04B046272E6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{{i017}}</a:t>
            </a:r>
          </a:p>
        </p:txBody>
      </p:sp>
      <p:sp>
        <p:nvSpPr>
          <p:cNvPr id="84" name="tpl-p05-image-03">
            <a:extLst>
              <a:ext uri="{FF2B5EF4-FFF2-40B4-BE49-F238E27FC236}">
                <ns2:creationId id="{BCA224D5-3BF8-40AA-9E51-AA6211FA9245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{{i018}}</a:t>
            </a:r>
          </a:p>
        </p:txBody>
      </p:sp>
      <p:sp>
        <p:nvSpPr>
          <p:cNvPr id="85" name="tpl-p05-image-04">
            <a:extLst>
              <a:ext uri="{FF2B5EF4-FFF2-40B4-BE49-F238E27FC236}">
                <ns2:creationId id="{74DD7219-63C2-4353-AE63-F93F9A01FBF1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{{i019}}</a:t>
            </a:r>
          </a:p>
        </p:txBody>
      </p:sp>
      <p:sp>
        <p:nvSpPr>
          <p:cNvPr id="86" name="tpl-p05-image-05">
            <a:extLst>
              <a:ext uri="{FF2B5EF4-FFF2-40B4-BE49-F238E27FC236}">
                <ns2:creationId id="{EF8F97F8-7558-4940-B351-9362E34F2C64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{{i020}}</a:t>
            </a:r>
          </a:p>
        </p:txBody>
      </p:sp>
    </p:spTree>
    <p:extLst>
      <p:ext uri="{BB962C8B-B14F-4D97-AF65-F5344CB8AC3E}">
        <ns3:creationId val="36559980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tpl-p06-text-001">
            <a:extLst>
              <a:ext uri="{FF2B5EF4-FFF2-40B4-BE49-F238E27FC236}">
                <ns2:creationId id="{4074848D-D60A-4D01-A0DE-2693517A1982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6-text-002">
            <a:extLst>
              <a:ext uri="{FF2B5EF4-FFF2-40B4-BE49-F238E27FC236}">
                <ns2:creationId id="{48794A99-5424-4F2D-81ED-7C0A85564B5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115A36"/>
                </a:solidFill>
                <a:latin typeface="YuGothic"/>
                <a:ea typeface="YuGothic"/>
                <a:cs typeface="YuGothic"/>
              </a:rPr>
              <a:t>{{self}}｜保存数 TOP5</a:t>
            </a:r>
          </a:p>
        </p:txBody>
      </p:sp>
      <p:sp>
        <p:nvSpPr>
          <p:cNvPr id="3" name="tpl-p06-text-003">
            <a:extLst>
              <a:ext uri="{FF2B5EF4-FFF2-40B4-BE49-F238E27FC236}">
                <ns2:creationId id="{8C171A6B-15DD-46AE-9A27-E26E6805DF1A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検索「{{q_self}}」 対象{{n078}}件</a:t>
            </a:r>
          </a:p>
        </p:txBody>
      </p:sp>
      <p:sp>
        <p:nvSpPr>
          <p:cNvPr id="4" name="tpl-p06-text-004">
            <a:extLst>
              <a:ext uri="{FF2B5EF4-FFF2-40B4-BE49-F238E27FC236}">
                <ns2:creationId id="{5CEDB047-3FF2-473D-B90A-64786FF00A4A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06 / 25</a:t>
            </a:r>
          </a:p>
        </p:txBody>
      </p:sp>
      <p:sp>
        <p:nvSpPr>
          <p:cNvPr id="5" name="tpl-p06-text-005">
            <a:extLst>
              <a:ext uri="{FF2B5EF4-FFF2-40B4-BE49-F238E27FC236}">
                <ns2:creationId id="{37E8DA5B-CC78-496F-A313-DACC492030CD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E6F5EC"/>
          </a:solidFill>
          <a:ln w="0">
            <a:noFill/>
          </a:ln>
        </p:spPr>
      </p:sp>
      <p:sp>
        <p:nvSpPr>
          <p:cNvPr id="6" name="tpl-p06-text-006">
            <a:extLst>
              <a:ext uri="{FF2B5EF4-FFF2-40B4-BE49-F238E27FC236}">
                <ns2:creationId id="{CD0AD868-14F4-45D7-8FC6-4E39D1F5A696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115A36"/>
                </a:solidFill>
                <a:latin typeface="YuGothic"/>
                <a:ea typeface="YuGothic"/>
                <a:cs typeface="YuGothic"/>
              </a:rPr>
              <a:t>保存数上位の特徴・自社で試す要素</a:t>
            </a:r>
          </a:p>
        </p:txBody>
      </p:sp>
      <p:sp>
        <p:nvSpPr>
          <p:cNvPr id="7" name="tpl-p06-text-007">
            <a:extLst>
              <a:ext uri="{FF2B5EF4-FFF2-40B4-BE49-F238E27FC236}">
                <ns2:creationId id="{55B4540D-DC64-4AD2-A023-65111744530A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06-text-008">
            <a:extLst>
              <a:ext uri="{FF2B5EF4-FFF2-40B4-BE49-F238E27FC236}">
                <ns2:creationId id="{1723C74A-160F-4F69-9941-68CD568ACF7C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{{t009}}</a:t>
            </a:r>
          </a:p>
        </p:txBody>
      </p:sp>
      <p:sp>
        <p:nvSpPr>
          <p:cNvPr id="9" name="tpl-p06-text-009">
            <a:extLst>
              <a:ext uri="{FF2B5EF4-FFF2-40B4-BE49-F238E27FC236}">
                <ns2:creationId id="{FFC7A95C-3228-40B9-83E7-63176EADC76A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06-text-010">
            <a:extLst>
              <a:ext uri="{FF2B5EF4-FFF2-40B4-BE49-F238E27FC236}">
                <ns2:creationId id="{CD42C9DD-874B-46F1-8FBA-FC61C2BDD332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{{t010}}</a:t>
            </a:r>
          </a:p>
        </p:txBody>
      </p:sp>
      <p:sp>
        <p:nvSpPr>
          <p:cNvPr id="11" name="tpl-p06-text-011">
            <a:extLst>
              <a:ext uri="{FF2B5EF4-FFF2-40B4-BE49-F238E27FC236}">
                <ns2:creationId id="{BA811136-7546-4A50-A961-102F4D285230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06-text-012">
            <a:extLst>
              <a:ext uri="{FF2B5EF4-FFF2-40B4-BE49-F238E27FC236}">
                <ns2:creationId id="{1D61C1B3-FE2B-41CA-8438-0919B87DDD03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06-text-013">
            <a:extLst>
              <a:ext uri="{FF2B5EF4-FFF2-40B4-BE49-F238E27FC236}">
                <ns2:creationId id="{E0957A0B-D79C-466E-B967-ABFA759622C2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{{a024}}</a:t>
            </a:r>
          </a:p>
        </p:txBody>
      </p:sp>
      <p:sp>
        <p:nvSpPr>
          <p:cNvPr id="15" name="tpl-p06-text-014">
            <a:extLst>
              <a:ext uri="{FF2B5EF4-FFF2-40B4-BE49-F238E27FC236}">
                <ns2:creationId id="{4FE19D82-7C84-427E-B348-F969BC1CA6EF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{{n079}}</a:t>
            </a:r>
          </a:p>
        </p:txBody>
      </p:sp>
      <p:sp>
        <p:nvSpPr>
          <p:cNvPr id="16" name="tpl-p06-text-015">
            <a:extLst>
              <a:ext uri="{FF2B5EF4-FFF2-40B4-BE49-F238E27FC236}">
                <ns2:creationId id="{B681B426-D8BA-44CD-ADB9-DA4563D754A0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17" name="tpl-p06-text-016">
            <a:extLst>
              <a:ext uri="{FF2B5EF4-FFF2-40B4-BE49-F238E27FC236}">
                <ns2:creationId id="{30683100-14A3-4A58-8863-B1C002847D16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18" name="tpl-p06-text-017">
            <a:extLst>
              <a:ext uri="{FF2B5EF4-FFF2-40B4-BE49-F238E27FC236}">
                <ns2:creationId id="{258B9203-E0F1-4359-AF3B-7D39B8744D1A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{{n080}}</a:t>
            </a:r>
          </a:p>
        </p:txBody>
      </p:sp>
      <p:sp>
        <p:nvSpPr>
          <p:cNvPr id="19" name="tpl-p06-text-018">
            <a:extLst>
              <a:ext uri="{FF2B5EF4-FFF2-40B4-BE49-F238E27FC236}">
                <ns2:creationId id="{7D920625-93C6-484D-826F-9F046517BA74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20" name="tpl-p06-text-019">
            <a:extLst>
              <a:ext uri="{FF2B5EF4-FFF2-40B4-BE49-F238E27FC236}">
                <ns2:creationId id="{71EBBA74-DD1B-4748-8D4C-9EAC2D4FCEFC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{{n081}}</a:t>
            </a:r>
          </a:p>
        </p:txBody>
      </p:sp>
      <p:sp>
        <p:nvSpPr>
          <p:cNvPr id="21" name="tpl-p06-text-020">
            <a:extLst>
              <a:ext uri="{FF2B5EF4-FFF2-40B4-BE49-F238E27FC236}">
                <ns2:creationId id="{467EC094-C07B-435F-B2ED-88479CDCA582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2" name="tpl-p06-text-021">
            <a:extLst>
              <a:ext uri="{FF2B5EF4-FFF2-40B4-BE49-F238E27FC236}">
                <ns2:creationId id="{C784AE15-4AFC-41EA-B42D-17CB0D73EAA0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{{n082}}</a:t>
            </a:r>
          </a:p>
        </p:txBody>
      </p:sp>
      <p:sp>
        <p:nvSpPr>
          <p:cNvPr id="23" name="tpl-p06-text-022">
            <a:extLst>
              <a:ext uri="{FF2B5EF4-FFF2-40B4-BE49-F238E27FC236}">
                <ns2:creationId id="{DD5F6E9F-EB21-42E9-B147-27C2C274C968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4" name="tpl-p06-text-023">
            <a:extLst>
              <a:ext uri="{FF2B5EF4-FFF2-40B4-BE49-F238E27FC236}">
                <ns2:creationId id="{C5134EAE-29BA-4312-85D8-06D303C1740A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{{n083}}</a:t>
            </a:r>
          </a:p>
        </p:txBody>
      </p:sp>
      <p:sp>
        <p:nvSpPr>
          <p:cNvPr id="25" name="tpl-p06-text-024">
            <a:extLst>
              <a:ext uri="{FF2B5EF4-FFF2-40B4-BE49-F238E27FC236}">
                <ns2:creationId id="{C4F8A3AD-6BFF-4712-8794-28230DE99477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06-text-025">
            <a:extLst>
              <a:ext uri="{FF2B5EF4-FFF2-40B4-BE49-F238E27FC236}">
                <ns2:creationId id="{E05B1AF0-69F9-4639-AAE4-C639CF14D720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06-text-026">
            <a:extLst>
              <a:ext uri="{FF2B5EF4-FFF2-40B4-BE49-F238E27FC236}">
                <ns2:creationId id="{219744F9-099E-433C-B917-7E697DEA5798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{{a025}}</a:t>
            </a:r>
          </a:p>
        </p:txBody>
      </p:sp>
      <p:sp>
        <p:nvSpPr>
          <p:cNvPr id="29" name="tpl-p06-text-027">
            <a:extLst>
              <a:ext uri="{FF2B5EF4-FFF2-40B4-BE49-F238E27FC236}">
                <ns2:creationId id="{FEF86148-0A24-4FD8-A81C-32077C2EED3B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{{n084}}</a:t>
            </a:r>
          </a:p>
        </p:txBody>
      </p:sp>
      <p:sp>
        <p:nvSpPr>
          <p:cNvPr id="30" name="tpl-p06-text-028">
            <a:extLst>
              <a:ext uri="{FF2B5EF4-FFF2-40B4-BE49-F238E27FC236}">
                <ns2:creationId id="{678AF2CD-933F-4643-ADCF-9DC295B3E64A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31" name="tpl-p06-text-029">
            <a:extLst>
              <a:ext uri="{FF2B5EF4-FFF2-40B4-BE49-F238E27FC236}">
                <ns2:creationId id="{50B31619-B517-436A-8600-35A6899E21D0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32" name="tpl-p06-text-030">
            <a:extLst>
              <a:ext uri="{FF2B5EF4-FFF2-40B4-BE49-F238E27FC236}">
                <ns2:creationId id="{56F1D49F-8EA8-4E45-A11C-58193E89FE68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{{n085}}</a:t>
            </a:r>
          </a:p>
        </p:txBody>
      </p:sp>
      <p:sp>
        <p:nvSpPr>
          <p:cNvPr id="33" name="tpl-p06-text-031">
            <a:extLst>
              <a:ext uri="{FF2B5EF4-FFF2-40B4-BE49-F238E27FC236}">
                <ns2:creationId id="{8CD4398A-80EA-48B4-AD41-8E3C8F01E365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4" name="tpl-p06-text-032">
            <a:extLst>
              <a:ext uri="{FF2B5EF4-FFF2-40B4-BE49-F238E27FC236}">
                <ns2:creationId id="{8C9FB191-B8CD-420A-BBF8-4F23CF1EFC3A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{{n086}}</a:t>
            </a:r>
          </a:p>
        </p:txBody>
      </p:sp>
      <p:sp>
        <p:nvSpPr>
          <p:cNvPr id="35" name="tpl-p06-text-033">
            <a:extLst>
              <a:ext uri="{FF2B5EF4-FFF2-40B4-BE49-F238E27FC236}">
                <ns2:creationId id="{292C82DD-0A54-4B27-8F7F-9350740102BE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6" name="tpl-p06-text-034">
            <a:extLst>
              <a:ext uri="{FF2B5EF4-FFF2-40B4-BE49-F238E27FC236}">
                <ns2:creationId id="{E08F4A45-511B-45F6-B791-869E11526C01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{{n087}}</a:t>
            </a:r>
          </a:p>
        </p:txBody>
      </p:sp>
      <p:sp>
        <p:nvSpPr>
          <p:cNvPr id="37" name="tpl-p06-text-035">
            <a:extLst>
              <a:ext uri="{FF2B5EF4-FFF2-40B4-BE49-F238E27FC236}">
                <ns2:creationId id="{26982B80-9DB4-45E0-B3E1-5B4C9C7B2AD8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8" name="tpl-p06-text-036">
            <a:extLst>
              <a:ext uri="{FF2B5EF4-FFF2-40B4-BE49-F238E27FC236}">
                <ns2:creationId id="{425F51BA-BEBD-47A5-A57D-E5F116A15CA1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{{n088}}</a:t>
            </a:r>
          </a:p>
        </p:txBody>
      </p:sp>
      <p:sp>
        <p:nvSpPr>
          <p:cNvPr id="39" name="tpl-p06-text-037">
            <a:extLst>
              <a:ext uri="{FF2B5EF4-FFF2-40B4-BE49-F238E27FC236}">
                <ns2:creationId id="{B70AA9F8-4B83-4AB5-8F0E-9966D8F77EF6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06-text-038">
            <a:extLst>
              <a:ext uri="{FF2B5EF4-FFF2-40B4-BE49-F238E27FC236}">
                <ns2:creationId id="{87A91621-87E0-4C50-9F29-344237234208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06-text-039">
            <a:extLst>
              <a:ext uri="{FF2B5EF4-FFF2-40B4-BE49-F238E27FC236}">
                <ns2:creationId id="{A81A093A-96B4-47DC-8871-FDAF3108B623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{{a026}}</a:t>
            </a:r>
          </a:p>
        </p:txBody>
      </p:sp>
      <p:sp>
        <p:nvSpPr>
          <p:cNvPr id="43" name="tpl-p06-text-040">
            <a:extLst>
              <a:ext uri="{FF2B5EF4-FFF2-40B4-BE49-F238E27FC236}">
                <ns2:creationId id="{D8E0FBA0-76FF-4D8E-87D2-399C303070A3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{{n089}}</a:t>
            </a:r>
          </a:p>
        </p:txBody>
      </p:sp>
      <p:sp>
        <p:nvSpPr>
          <p:cNvPr id="44" name="tpl-p06-text-041">
            <a:extLst>
              <a:ext uri="{FF2B5EF4-FFF2-40B4-BE49-F238E27FC236}">
                <ns2:creationId id="{CE3F260C-07EF-4D30-B58D-00EA7591BFE0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45" name="tpl-p06-text-042">
            <a:extLst>
              <a:ext uri="{FF2B5EF4-FFF2-40B4-BE49-F238E27FC236}">
                <ns2:creationId id="{F1CEDAE6-D68C-42CF-8AAE-F3BE1BAD5E14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46" name="tpl-p06-text-043">
            <a:extLst>
              <a:ext uri="{FF2B5EF4-FFF2-40B4-BE49-F238E27FC236}">
                <ns2:creationId id="{968E0CA0-26C8-433A-816B-7A093B1CAF5E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{{n090}}</a:t>
            </a:r>
          </a:p>
        </p:txBody>
      </p:sp>
      <p:sp>
        <p:nvSpPr>
          <p:cNvPr id="47" name="tpl-p06-text-044">
            <a:extLst>
              <a:ext uri="{FF2B5EF4-FFF2-40B4-BE49-F238E27FC236}">
                <ns2:creationId id="{1245D19F-A5D0-4706-BD49-EE0D6E4E3418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8" name="tpl-p06-text-045">
            <a:extLst>
              <a:ext uri="{FF2B5EF4-FFF2-40B4-BE49-F238E27FC236}">
                <ns2:creationId id="{6039EB29-AC82-4ACF-B14C-FA64C5BC6F30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{{n091}}</a:t>
            </a:r>
          </a:p>
        </p:txBody>
      </p:sp>
      <p:sp>
        <p:nvSpPr>
          <p:cNvPr id="49" name="tpl-p06-text-046">
            <a:extLst>
              <a:ext uri="{FF2B5EF4-FFF2-40B4-BE49-F238E27FC236}">
                <ns2:creationId id="{7AFFA01A-A479-4B55-B2D1-01E701967377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50" name="tpl-p06-text-047">
            <a:extLst>
              <a:ext uri="{FF2B5EF4-FFF2-40B4-BE49-F238E27FC236}">
                <ns2:creationId id="{FB037480-59EC-4D73-B61B-A259E9B8D121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{{n092}}</a:t>
            </a:r>
          </a:p>
        </p:txBody>
      </p:sp>
      <p:sp>
        <p:nvSpPr>
          <p:cNvPr id="51" name="tpl-p06-text-048">
            <a:extLst>
              <a:ext uri="{FF2B5EF4-FFF2-40B4-BE49-F238E27FC236}">
                <ns2:creationId id="{4DF407A5-F7A4-428F-B89E-5CC40E74D56B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2" name="tpl-p06-text-049">
            <a:extLst>
              <a:ext uri="{FF2B5EF4-FFF2-40B4-BE49-F238E27FC236}">
                <ns2:creationId id="{7071BE37-59E5-4D6B-88DD-3F94140F4E8E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{{n093}}</a:t>
            </a:r>
          </a:p>
        </p:txBody>
      </p:sp>
      <p:sp>
        <p:nvSpPr>
          <p:cNvPr id="53" name="tpl-p06-text-050">
            <a:extLst>
              <a:ext uri="{FF2B5EF4-FFF2-40B4-BE49-F238E27FC236}">
                <ns2:creationId id="{3C0095D9-45D7-4715-B4BD-676C216879E6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06-text-051">
            <a:extLst>
              <a:ext uri="{FF2B5EF4-FFF2-40B4-BE49-F238E27FC236}">
                <ns2:creationId id="{19FA559C-593D-4065-96CF-5E9C3C504146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6" name="tpl-p06-text-052">
            <a:extLst>
              <a:ext uri="{FF2B5EF4-FFF2-40B4-BE49-F238E27FC236}">
                <ns2:creationId id="{58A9FCE4-C565-4E97-9322-DAA0A7830E0E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{{a027}}</a:t>
            </a:r>
          </a:p>
        </p:txBody>
      </p:sp>
      <p:sp>
        <p:nvSpPr>
          <p:cNvPr id="57" name="tpl-p06-text-053">
            <a:extLst>
              <a:ext uri="{FF2B5EF4-FFF2-40B4-BE49-F238E27FC236}">
                <ns2:creationId id="{FA92BCE5-266D-42E6-AD93-71EEEBE46DB5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{{n094}}</a:t>
            </a:r>
          </a:p>
        </p:txBody>
      </p:sp>
      <p:sp>
        <p:nvSpPr>
          <p:cNvPr id="58" name="tpl-p06-text-054">
            <a:extLst>
              <a:ext uri="{FF2B5EF4-FFF2-40B4-BE49-F238E27FC236}">
                <ns2:creationId id="{51B89C9A-AC45-41ED-9DEE-901DD51193E9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59" name="tpl-p06-text-055">
            <a:extLst>
              <a:ext uri="{FF2B5EF4-FFF2-40B4-BE49-F238E27FC236}">
                <ns2:creationId id="{3CD4E754-E5EF-4971-80D0-430EF8F71395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60" name="tpl-p06-text-056">
            <a:extLst>
              <a:ext uri="{FF2B5EF4-FFF2-40B4-BE49-F238E27FC236}">
                <ns2:creationId id="{2E5BB9D8-45F1-4CC4-911E-780A5760DC40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{{n095}}</a:t>
            </a:r>
          </a:p>
        </p:txBody>
      </p:sp>
      <p:sp>
        <p:nvSpPr>
          <p:cNvPr id="61" name="tpl-p06-text-057">
            <a:extLst>
              <a:ext uri="{FF2B5EF4-FFF2-40B4-BE49-F238E27FC236}">
                <ns2:creationId id="{940BAF61-2F79-4FE9-8B78-A1D14F93E8A6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2" name="tpl-p06-text-058">
            <a:extLst>
              <a:ext uri="{FF2B5EF4-FFF2-40B4-BE49-F238E27FC236}">
                <ns2:creationId id="{01696F37-64FD-4452-814D-3399F75C8E93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{{n096}}</a:t>
            </a:r>
          </a:p>
        </p:txBody>
      </p:sp>
      <p:sp>
        <p:nvSpPr>
          <p:cNvPr id="63" name="tpl-p06-text-059">
            <a:extLst>
              <a:ext uri="{FF2B5EF4-FFF2-40B4-BE49-F238E27FC236}">
                <ns2:creationId id="{3A0C1DB7-6394-42EE-B98E-65FB500AE7C6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4" name="tpl-p06-text-060">
            <a:extLst>
              <a:ext uri="{FF2B5EF4-FFF2-40B4-BE49-F238E27FC236}">
                <ns2:creationId id="{A81E732B-295B-4E0A-B08E-6B657FBC05F5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{{n097}}</a:t>
            </a:r>
          </a:p>
        </p:txBody>
      </p:sp>
      <p:sp>
        <p:nvSpPr>
          <p:cNvPr id="65" name="tpl-p06-text-061">
            <a:extLst>
              <a:ext uri="{FF2B5EF4-FFF2-40B4-BE49-F238E27FC236}">
                <ns2:creationId id="{2C3034B3-8041-45A1-8872-E969FE23498E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6" name="tpl-p06-text-062">
            <a:extLst>
              <a:ext uri="{FF2B5EF4-FFF2-40B4-BE49-F238E27FC236}">
                <ns2:creationId id="{A47F2D16-FC0C-455F-8736-E0A448B20B58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{{n098}}</a:t>
            </a:r>
          </a:p>
        </p:txBody>
      </p:sp>
      <p:sp>
        <p:nvSpPr>
          <p:cNvPr id="67" name="tpl-p06-text-063">
            <a:extLst>
              <a:ext uri="{FF2B5EF4-FFF2-40B4-BE49-F238E27FC236}">
                <ns2:creationId id="{E1F5B44A-A403-4375-AF74-48F1B098EFAD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8" name="tpl-p06-text-064">
            <a:extLst>
              <a:ext uri="{FF2B5EF4-FFF2-40B4-BE49-F238E27FC236}">
                <ns2:creationId id="{A00FB86D-5762-463F-856D-59A55AC23013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tpl-p06-text-065">
            <a:extLst>
              <a:ext uri="{FF2B5EF4-FFF2-40B4-BE49-F238E27FC236}">
                <ns2:creationId id="{776F42D8-E861-4D83-A2A6-7A506A634626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{{a028}}</a:t>
            </a:r>
          </a:p>
        </p:txBody>
      </p:sp>
      <p:sp>
        <p:nvSpPr>
          <p:cNvPr id="71" name="tpl-p06-text-066">
            <a:extLst>
              <a:ext uri="{FF2B5EF4-FFF2-40B4-BE49-F238E27FC236}">
                <ns2:creationId id="{0EC01C1C-9686-4A40-9D60-275B0B7BD3B0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{{n099}}</a:t>
            </a:r>
          </a:p>
        </p:txBody>
      </p:sp>
      <p:sp>
        <p:nvSpPr>
          <p:cNvPr id="72" name="tpl-p06-text-067">
            <a:extLst>
              <a:ext uri="{FF2B5EF4-FFF2-40B4-BE49-F238E27FC236}">
                <ns2:creationId id="{C170F86E-5B84-4F62-A59F-E70A2E3E99AE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73" name="tpl-p06-text-068">
            <a:extLst>
              <a:ext uri="{FF2B5EF4-FFF2-40B4-BE49-F238E27FC236}">
                <ns2:creationId id="{10811FCB-685C-4629-8E1D-6A2FF9431BD5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74" name="tpl-p06-text-069">
            <a:extLst>
              <a:ext uri="{FF2B5EF4-FFF2-40B4-BE49-F238E27FC236}">
                <ns2:creationId id="{FFE9AB99-4907-4AC3-8CD9-D262FF044638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{{n100}}</a:t>
            </a:r>
          </a:p>
        </p:txBody>
      </p:sp>
      <p:sp>
        <p:nvSpPr>
          <p:cNvPr id="75" name="tpl-p06-text-070">
            <a:extLst>
              <a:ext uri="{FF2B5EF4-FFF2-40B4-BE49-F238E27FC236}">
                <ns2:creationId id="{A33C9BF6-E90D-4EBA-ABAF-1D86D267546B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6" name="tpl-p06-text-071">
            <a:extLst>
              <a:ext uri="{FF2B5EF4-FFF2-40B4-BE49-F238E27FC236}">
                <ns2:creationId id="{07C1CCD4-47CB-45F7-9B04-73689C9C216C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{{n101}}</a:t>
            </a:r>
          </a:p>
        </p:txBody>
      </p:sp>
      <p:sp>
        <p:nvSpPr>
          <p:cNvPr id="77" name="tpl-p06-text-072">
            <a:extLst>
              <a:ext uri="{FF2B5EF4-FFF2-40B4-BE49-F238E27FC236}">
                <ns2:creationId id="{6C07A0DA-F255-4426-8167-0C2664F40EF3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8" name="tpl-p06-text-073">
            <a:extLst>
              <a:ext uri="{FF2B5EF4-FFF2-40B4-BE49-F238E27FC236}">
                <ns2:creationId id="{70B8676D-854A-4636-A4A6-F95FFBE76A33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{{n102}}</a:t>
            </a:r>
          </a:p>
        </p:txBody>
      </p:sp>
      <p:sp>
        <p:nvSpPr>
          <p:cNvPr id="79" name="tpl-p06-text-074">
            <a:extLst>
              <a:ext uri="{FF2B5EF4-FFF2-40B4-BE49-F238E27FC236}">
                <ns2:creationId id="{8AEA1497-03EE-4BA8-BC5E-03F5069B910D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80" name="tpl-p06-text-075">
            <a:extLst>
              <a:ext uri="{FF2B5EF4-FFF2-40B4-BE49-F238E27FC236}">
                <ns2:creationId id="{28B3825D-B689-41EF-942F-2CF28CD3958E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{{n103}}</a:t>
            </a:r>
          </a:p>
        </p:txBody>
      </p:sp>
      <p:sp>
        <p:nvSpPr>
          <p:cNvPr id="82" name="tpl-p06-image-01">
            <a:extLst>
              <a:ext uri="{FF2B5EF4-FFF2-40B4-BE49-F238E27FC236}">
                <ns2:creationId id="{4B1A058B-AB2A-474D-B148-0B5A5EC4FD66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{{i021}}</a:t>
            </a:r>
          </a:p>
        </p:txBody>
      </p:sp>
      <p:sp>
        <p:nvSpPr>
          <p:cNvPr id="83" name="tpl-p06-image-02">
            <a:extLst>
              <a:ext uri="{FF2B5EF4-FFF2-40B4-BE49-F238E27FC236}">
                <ns2:creationId id="{45BE24FB-4AA5-4283-A7F2-D67252DA9661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{{i022}}</a:t>
            </a:r>
          </a:p>
        </p:txBody>
      </p:sp>
      <p:sp>
        <p:nvSpPr>
          <p:cNvPr id="84" name="tpl-p06-image-03">
            <a:extLst>
              <a:ext uri="{FF2B5EF4-FFF2-40B4-BE49-F238E27FC236}">
                <ns2:creationId id="{777A8507-F9B8-4D2E-A48A-8B80BEEFDB2F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{{i023}}</a:t>
            </a:r>
          </a:p>
        </p:txBody>
      </p:sp>
      <p:sp>
        <p:nvSpPr>
          <p:cNvPr id="85" name="tpl-p06-image-04">
            <a:extLst>
              <a:ext uri="{FF2B5EF4-FFF2-40B4-BE49-F238E27FC236}">
                <ns2:creationId id="{8457C70A-402D-4E7F-97E0-462496659CC8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{{i024}}</a:t>
            </a:r>
          </a:p>
        </p:txBody>
      </p:sp>
      <p:sp>
        <p:nvSpPr>
          <p:cNvPr id="86" name="tpl-p06-image-05">
            <a:extLst>
              <a:ext uri="{FF2B5EF4-FFF2-40B4-BE49-F238E27FC236}">
                <ns2:creationId id="{7C581DEC-D543-4904-9136-E957C7591A7C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{{i025}}</a:t>
            </a:r>
          </a:p>
        </p:txBody>
      </p:sp>
    </p:spTree>
    <p:extLst>
      <p:ext uri="{BB962C8B-B14F-4D97-AF65-F5344CB8AC3E}">
        <ns3:creationId val="788072520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8" name="tpl-p07-text-001">
            <a:extLst>
              <a:ext uri="{FF2B5EF4-FFF2-40B4-BE49-F238E27FC236}">
                <ns2:creationId id="{394CD7A1-6EC5-4BFA-B405-7EA4AD5DBB47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7-text-002">
            <a:extLst>
              <a:ext uri="{FF2B5EF4-FFF2-40B4-BE49-F238E27FC236}">
                <ns2:creationId id="{637150C2-5ADC-4017-9DBD-A84555A69D71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{{a}}｜検索結果の表示順</a:t>
            </a:r>
          </a:p>
        </p:txBody>
      </p:sp>
      <p:sp>
        <p:nvSpPr>
          <p:cNvPr id="3" name="tpl-p07-text-003">
            <a:extLst>
              <a:ext uri="{FF2B5EF4-FFF2-40B4-BE49-F238E27FC236}">
                <ns2:creationId id="{60293ACE-E286-40BD-B0FB-4E7F71BFD181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検索「{{q_a}}」 表示1–10位／取得{{n104}}件</a:t>
            </a:r>
          </a:p>
        </p:txBody>
      </p:sp>
      <p:sp>
        <p:nvSpPr>
          <p:cNvPr id="4" name="tpl-p07-text-004">
            <a:extLst>
              <a:ext uri="{FF2B5EF4-FFF2-40B4-BE49-F238E27FC236}">
                <ns2:creationId id="{60E73515-631D-400C-8666-67A5C29E10A4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07 / 25</a:t>
            </a:r>
          </a:p>
        </p:txBody>
      </p:sp>
      <p:sp>
        <p:nvSpPr>
          <p:cNvPr id="5" name="tpl-p07-text-005">
            <a:extLst>
              <a:ext uri="{FF2B5EF4-FFF2-40B4-BE49-F238E27FC236}">
                <ns2:creationId id="{53B665C8-3095-4E40-A2DC-33E0500D1691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pl-p07-text-006">
            <a:extLst>
              <a:ext uri="{FF2B5EF4-FFF2-40B4-BE49-F238E27FC236}">
                <ns2:creationId id="{144EDB44-CA34-4781-AD63-1403E7C27C97}"/>
              </a:ext>
            </a:extLst>
          </p:cNvPr>
          <p:cNvSpPr>
            <a:spLocks noGrp="1"/>
          </p:cNvSpPr>
          <p:nvPr/>
        </p:nvSpPr>
        <p:spPr>
          <a:xfrm>
            <a:off x="22669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{{a029}}</a:t>
            </a:r>
          </a:p>
        </p:txBody>
      </p:sp>
      <p:sp>
        <p:nvSpPr>
          <p:cNvPr id="8" name="tpl-p07-text-007">
            <a:extLst>
              <a:ext uri="{FF2B5EF4-FFF2-40B4-BE49-F238E27FC236}">
                <ns2:creationId id="{A6BFB06E-3CB3-4171-BAEC-0131C2CE9D86}"/>
              </a:ext>
            </a:extLst>
          </p:cNvPr>
          <p:cNvSpPr>
            <a:spLocks noGrp="1"/>
          </p:cNvSpPr>
          <p:nvPr/>
        </p:nvSpPr>
        <p:spPr>
          <a:xfrm>
            <a:off x="22669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{{h011}}</a:t>
            </a:r>
          </a:p>
        </p:txBody>
      </p:sp>
      <p:sp>
        <p:nvSpPr>
          <p:cNvPr id="9" name="tpl-p07-text-008">
            <a:extLst>
              <a:ext uri="{FF2B5EF4-FFF2-40B4-BE49-F238E27FC236}">
                <ns2:creationId id="{3649E73F-727D-46C7-9D94-24730294976D}"/>
              </a:ext>
            </a:extLst>
          </p:cNvPr>
          <p:cNvSpPr>
            <a:spLocks noGrp="1"/>
          </p:cNvSpPr>
          <p:nvPr/>
        </p:nvSpPr>
        <p:spPr>
          <a:xfrm>
            <a:off x="22669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0" name="tpl-p07-text-009">
            <a:extLst>
              <a:ext uri="{FF2B5EF4-FFF2-40B4-BE49-F238E27FC236}">
                <ns2:creationId id="{189F7B19-BB83-4240-8D22-AEA9E4974930}"/>
              </a:ext>
            </a:extLst>
          </p:cNvPr>
          <p:cNvSpPr>
            <a:spLocks noGrp="1"/>
          </p:cNvSpPr>
          <p:nvPr/>
        </p:nvSpPr>
        <p:spPr>
          <a:xfrm>
            <a:off x="22669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{{n105}}</a:t>
            </a:r>
          </a:p>
        </p:txBody>
      </p:sp>
      <p:sp>
        <p:nvSpPr>
          <p:cNvPr id="11" name="tpl-p07-text-010">
            <a:extLst>
              <a:ext uri="{FF2B5EF4-FFF2-40B4-BE49-F238E27FC236}">
                <ns2:creationId id="{52695146-BF66-4C9D-8212-EEDB07B39889}"/>
              </a:ext>
            </a:extLst>
          </p:cNvPr>
          <p:cNvSpPr>
            <a:spLocks noGrp="1"/>
          </p:cNvSpPr>
          <p:nvPr/>
        </p:nvSpPr>
        <p:spPr>
          <a:xfrm>
            <a:off x="41529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pl-p07-text-011">
            <a:extLst>
              <a:ext uri="{FF2B5EF4-FFF2-40B4-BE49-F238E27FC236}">
                <ns2:creationId id="{166D5BAE-6A63-4B79-AB94-6EE18250F155}"/>
              </a:ext>
            </a:extLst>
          </p:cNvPr>
          <p:cNvSpPr>
            <a:spLocks noGrp="1"/>
          </p:cNvSpPr>
          <p:nvPr/>
        </p:nvSpPr>
        <p:spPr>
          <a:xfrm>
            <a:off x="56578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{{a030}}</a:t>
            </a:r>
          </a:p>
        </p:txBody>
      </p:sp>
      <p:sp>
        <p:nvSpPr>
          <p:cNvPr id="14" name="tpl-p07-text-012">
            <a:extLst>
              <a:ext uri="{FF2B5EF4-FFF2-40B4-BE49-F238E27FC236}">
                <ns2:creationId id="{55A7E832-11E6-4301-9481-694C82728DF8}"/>
              </a:ext>
            </a:extLst>
          </p:cNvPr>
          <p:cNvSpPr>
            <a:spLocks noGrp="1"/>
          </p:cNvSpPr>
          <p:nvPr/>
        </p:nvSpPr>
        <p:spPr>
          <a:xfrm>
            <a:off x="56578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{{h012}}</a:t>
            </a:r>
          </a:p>
        </p:txBody>
      </p:sp>
      <p:sp>
        <p:nvSpPr>
          <p:cNvPr id="15" name="tpl-p07-text-013">
            <a:extLst>
              <a:ext uri="{FF2B5EF4-FFF2-40B4-BE49-F238E27FC236}">
                <ns2:creationId id="{09F817DC-52C2-4957-B619-327B784DE33C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6" name="tpl-p07-text-014">
            <a:extLst>
              <a:ext uri="{FF2B5EF4-FFF2-40B4-BE49-F238E27FC236}">
                <ns2:creationId id="{11F08822-580B-45BF-BE92-20FD39B7713A}"/>
              </a:ext>
            </a:extLst>
          </p:cNvPr>
          <p:cNvSpPr>
            <a:spLocks noGrp="1"/>
          </p:cNvSpPr>
          <p:nvPr/>
        </p:nvSpPr>
        <p:spPr>
          <a:xfrm>
            <a:off x="56578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{{n106}}</a:t>
            </a:r>
          </a:p>
        </p:txBody>
      </p:sp>
      <p:sp>
        <p:nvSpPr>
          <p:cNvPr id="17" name="tpl-p07-text-015">
            <a:extLst>
              <a:ext uri="{FF2B5EF4-FFF2-40B4-BE49-F238E27FC236}">
                <ns2:creationId id="{9044BE74-0423-4367-9C09-A8A5B1B3C29D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pl-p07-text-017">
            <a:extLst>
              <a:ext uri="{FF2B5EF4-FFF2-40B4-BE49-F238E27FC236}">
                <ns2:creationId id="{99587E08-839F-46D1-B840-D8611E366A4B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{{a031}}</a:t>
            </a:r>
          </a:p>
        </p:txBody>
      </p:sp>
      <p:sp>
        <p:nvSpPr>
          <p:cNvPr id="21" name="tpl-p07-text-018">
            <a:extLst>
              <a:ext uri="{FF2B5EF4-FFF2-40B4-BE49-F238E27FC236}">
                <ns2:creationId id="{B7FF4C97-F3F6-4698-9DAF-244513F00C76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{{h013}}</a:t>
            </a:r>
          </a:p>
        </p:txBody>
      </p:sp>
      <p:sp>
        <p:nvSpPr>
          <p:cNvPr id="22" name="tpl-p07-text-019">
            <a:extLst>
              <a:ext uri="{FF2B5EF4-FFF2-40B4-BE49-F238E27FC236}">
                <ns2:creationId id="{4A769340-4633-424E-8E44-57A19C7870F4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3" name="tpl-p07-text-020">
            <a:extLst>
              <a:ext uri="{FF2B5EF4-FFF2-40B4-BE49-F238E27FC236}">
                <ns2:creationId id="{AF2C4F2C-9AFC-40CE-A7DA-A6FEAE00B5C8}"/>
              </a:ext>
            </a:extLst>
          </p:cNvPr>
          <p:cNvSpPr>
            <a:spLocks noGrp="1"/>
          </p:cNvSpPr>
          <p:nvPr/>
        </p:nvSpPr>
        <p:spPr>
          <a:xfrm>
            <a:off x="90487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{{n107}}</a:t>
            </a:r>
          </a:p>
        </p:txBody>
      </p:sp>
      <p:sp>
        <p:nvSpPr>
          <p:cNvPr id="24" name="tpl-p07-text-021">
            <a:extLst>
              <a:ext uri="{FF2B5EF4-FFF2-40B4-BE49-F238E27FC236}">
                <ns2:creationId id="{181C7E24-5A8F-47E9-BE12-FBD3E7B905AF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pl-p07-text-023">
            <a:extLst>
              <a:ext uri="{FF2B5EF4-FFF2-40B4-BE49-F238E27FC236}">
                <ns2:creationId id="{A009524F-98DA-484E-9679-20D0496B7895}"/>
              </a:ext>
            </a:extLst>
          </p:cNvPr>
          <p:cNvSpPr>
            <a:spLocks noGrp="1"/>
          </p:cNvSpPr>
          <p:nvPr/>
        </p:nvSpPr>
        <p:spPr>
          <a:xfrm>
            <a:off x="124396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{{a032}}</a:t>
            </a:r>
          </a:p>
        </p:txBody>
      </p:sp>
      <p:sp>
        <p:nvSpPr>
          <p:cNvPr id="28" name="tpl-p07-text-024">
            <a:extLst>
              <a:ext uri="{FF2B5EF4-FFF2-40B4-BE49-F238E27FC236}">
                <ns2:creationId id="{CD3B472D-F411-4466-9E34-B584E80C1B74}"/>
              </a:ext>
            </a:extLst>
          </p:cNvPr>
          <p:cNvSpPr>
            <a:spLocks noGrp="1"/>
          </p:cNvSpPr>
          <p:nvPr/>
        </p:nvSpPr>
        <p:spPr>
          <a:xfrm>
            <a:off x="124396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{{h014}}</a:t>
            </a:r>
          </a:p>
        </p:txBody>
      </p:sp>
      <p:sp>
        <p:nvSpPr>
          <p:cNvPr id="29" name="tpl-p07-text-025">
            <a:extLst>
              <a:ext uri="{FF2B5EF4-FFF2-40B4-BE49-F238E27FC236}">
                <ns2:creationId id="{6983B866-5D03-4441-99F9-47360FD202F3}"/>
              </a:ext>
            </a:extLst>
          </p:cNvPr>
          <p:cNvSpPr>
            <a:spLocks noGrp="1"/>
          </p:cNvSpPr>
          <p:nvPr/>
        </p:nvSpPr>
        <p:spPr>
          <a:xfrm>
            <a:off x="124396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0" name="tpl-p07-text-026">
            <a:extLst>
              <a:ext uri="{FF2B5EF4-FFF2-40B4-BE49-F238E27FC236}">
                <ns2:creationId id="{28B84867-C5F1-4EF3-8505-400068AB842C}"/>
              </a:ext>
            </a:extLst>
          </p:cNvPr>
          <p:cNvSpPr>
            <a:spLocks noGrp="1"/>
          </p:cNvSpPr>
          <p:nvPr/>
        </p:nvSpPr>
        <p:spPr>
          <a:xfrm>
            <a:off x="124396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{{n108}}</a:t>
            </a:r>
          </a:p>
        </p:txBody>
      </p:sp>
      <p:sp>
        <p:nvSpPr>
          <p:cNvPr id="31" name="tpl-p07-text-027">
            <a:extLst>
              <a:ext uri="{FF2B5EF4-FFF2-40B4-BE49-F238E27FC236}">
                <ns2:creationId id="{E219CEEF-3F67-4509-8695-E02FC90B4826}"/>
              </a:ext>
            </a:extLst>
          </p:cNvPr>
          <p:cNvSpPr>
            <a:spLocks noGrp="1"/>
          </p:cNvSpPr>
          <p:nvPr/>
        </p:nvSpPr>
        <p:spPr>
          <a:xfrm>
            <a:off x="143256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tpl-p07-text-028">
            <a:extLst>
              <a:ext uri="{FF2B5EF4-FFF2-40B4-BE49-F238E27FC236}">
                <ns2:creationId id="{141894A2-3BC9-47C3-AAE5-9293A05AB851}"/>
              </a:ext>
            </a:extLst>
          </p:cNvPr>
          <p:cNvSpPr>
            <a:spLocks noGrp="1"/>
          </p:cNvSpPr>
          <p:nvPr/>
        </p:nvSpPr>
        <p:spPr>
          <a:xfrm>
            <a:off x="158305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{{a033}}</a:t>
            </a:r>
          </a:p>
        </p:txBody>
      </p:sp>
      <p:sp>
        <p:nvSpPr>
          <p:cNvPr id="34" name="tpl-p07-text-029">
            <a:extLst>
              <a:ext uri="{FF2B5EF4-FFF2-40B4-BE49-F238E27FC236}">
                <ns2:creationId id="{911A2158-CA84-47C2-91CB-53E6781E175B}"/>
              </a:ext>
            </a:extLst>
          </p:cNvPr>
          <p:cNvSpPr>
            <a:spLocks noGrp="1"/>
          </p:cNvSpPr>
          <p:nvPr/>
        </p:nvSpPr>
        <p:spPr>
          <a:xfrm>
            <a:off x="158305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{{h015}}</a:t>
            </a:r>
          </a:p>
        </p:txBody>
      </p:sp>
      <p:sp>
        <p:nvSpPr>
          <p:cNvPr id="35" name="tpl-p07-text-030">
            <a:extLst>
              <a:ext uri="{FF2B5EF4-FFF2-40B4-BE49-F238E27FC236}">
                <ns2:creationId id="{32D93C21-D1C3-479A-AD64-3518E1268CD6}"/>
              </a:ext>
            </a:extLst>
          </p:cNvPr>
          <p:cNvSpPr>
            <a:spLocks noGrp="1"/>
          </p:cNvSpPr>
          <p:nvPr/>
        </p:nvSpPr>
        <p:spPr>
          <a:xfrm>
            <a:off x="158305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6" name="tpl-p07-text-031">
            <a:extLst>
              <a:ext uri="{FF2B5EF4-FFF2-40B4-BE49-F238E27FC236}">
                <ns2:creationId id="{27EB5044-EF9C-4330-AF2A-E8E413DBF078}"/>
              </a:ext>
            </a:extLst>
          </p:cNvPr>
          <p:cNvSpPr>
            <a:spLocks noGrp="1"/>
          </p:cNvSpPr>
          <p:nvPr/>
        </p:nvSpPr>
        <p:spPr>
          <a:xfrm>
            <a:off x="158305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{{n109}}</a:t>
            </a:r>
          </a:p>
        </p:txBody>
      </p:sp>
      <p:sp>
        <p:nvSpPr>
          <p:cNvPr id="37" name="tpl-p07-text-032">
            <a:extLst>
              <a:ext uri="{FF2B5EF4-FFF2-40B4-BE49-F238E27FC236}">
                <ns2:creationId id="{33978505-4903-44D6-9442-80E88D7CD7FA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pl-p07-text-033">
            <a:extLst>
              <a:ext uri="{FF2B5EF4-FFF2-40B4-BE49-F238E27FC236}">
                <ns2:creationId id="{F4EE0FA9-0F69-4502-9ED8-217692739B39}"/>
              </a:ext>
            </a:extLst>
          </p:cNvPr>
          <p:cNvSpPr>
            <a:spLocks noGrp="1"/>
          </p:cNvSpPr>
          <p:nvPr/>
        </p:nvSpPr>
        <p:spPr>
          <a:xfrm>
            <a:off x="22669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{{a034}}</a:t>
            </a:r>
          </a:p>
        </p:txBody>
      </p:sp>
      <p:sp>
        <p:nvSpPr>
          <p:cNvPr id="40" name="tpl-p07-text-034">
            <a:extLst>
              <a:ext uri="{FF2B5EF4-FFF2-40B4-BE49-F238E27FC236}">
                <ns2:creationId id="{E4315CB5-7340-4454-AB55-D7830812561E}"/>
              </a:ext>
            </a:extLst>
          </p:cNvPr>
          <p:cNvSpPr>
            <a:spLocks noGrp="1"/>
          </p:cNvSpPr>
          <p:nvPr/>
        </p:nvSpPr>
        <p:spPr>
          <a:xfrm>
            <a:off x="22669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{{h016}}</a:t>
            </a:r>
          </a:p>
        </p:txBody>
      </p:sp>
      <p:sp>
        <p:nvSpPr>
          <p:cNvPr id="41" name="tpl-p07-text-035">
            <a:extLst>
              <a:ext uri="{FF2B5EF4-FFF2-40B4-BE49-F238E27FC236}">
                <ns2:creationId id="{DC80219F-23A4-470D-98D4-95AF7841DD6E}"/>
              </a:ext>
            </a:extLst>
          </p:cNvPr>
          <p:cNvSpPr>
            <a:spLocks noGrp="1"/>
          </p:cNvSpPr>
          <p:nvPr/>
        </p:nvSpPr>
        <p:spPr>
          <a:xfrm>
            <a:off x="22669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2" name="tpl-p07-text-036">
            <a:extLst>
              <a:ext uri="{FF2B5EF4-FFF2-40B4-BE49-F238E27FC236}">
                <ns2:creationId id="{CC84F84E-F840-4A90-87E1-8780E9678CD9}"/>
              </a:ext>
            </a:extLst>
          </p:cNvPr>
          <p:cNvSpPr>
            <a:spLocks noGrp="1"/>
          </p:cNvSpPr>
          <p:nvPr/>
        </p:nvSpPr>
        <p:spPr>
          <a:xfrm>
            <a:off x="22669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{{n110}}</a:t>
            </a:r>
          </a:p>
        </p:txBody>
      </p:sp>
      <p:sp>
        <p:nvSpPr>
          <p:cNvPr id="43" name="tpl-p07-text-037">
            <a:extLst>
              <a:ext uri="{FF2B5EF4-FFF2-40B4-BE49-F238E27FC236}">
                <ns2:creationId id="{821472C5-53CD-4B42-A9D6-58D0F7C4A348}"/>
              </a:ext>
            </a:extLst>
          </p:cNvPr>
          <p:cNvSpPr>
            <a:spLocks noGrp="1"/>
          </p:cNvSpPr>
          <p:nvPr/>
        </p:nvSpPr>
        <p:spPr>
          <a:xfrm>
            <a:off x="41529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5" name="tpl-p07-text-038">
            <a:extLst>
              <a:ext uri="{FF2B5EF4-FFF2-40B4-BE49-F238E27FC236}">
                <ns2:creationId id="{C2BA526C-0E1B-4FDE-8BC9-BF9B9615182E}"/>
              </a:ext>
            </a:extLst>
          </p:cNvPr>
          <p:cNvSpPr>
            <a:spLocks noGrp="1"/>
          </p:cNvSpPr>
          <p:nvPr/>
        </p:nvSpPr>
        <p:spPr>
          <a:xfrm>
            <a:off x="56578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{{a035}}</a:t>
            </a:r>
          </a:p>
        </p:txBody>
      </p:sp>
      <p:sp>
        <p:nvSpPr>
          <p:cNvPr id="46" name="tpl-p07-text-039">
            <a:extLst>
              <a:ext uri="{FF2B5EF4-FFF2-40B4-BE49-F238E27FC236}">
                <ns2:creationId id="{8E1BB87E-E865-42AC-90CC-74626B52A00B}"/>
              </a:ext>
            </a:extLst>
          </p:cNvPr>
          <p:cNvSpPr>
            <a:spLocks noGrp="1"/>
          </p:cNvSpPr>
          <p:nvPr/>
        </p:nvSpPr>
        <p:spPr>
          <a:xfrm>
            <a:off x="56578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{{h017}}</a:t>
            </a:r>
          </a:p>
        </p:txBody>
      </p:sp>
      <p:sp>
        <p:nvSpPr>
          <p:cNvPr id="47" name="tpl-p07-text-040">
            <a:extLst>
              <a:ext uri="{FF2B5EF4-FFF2-40B4-BE49-F238E27FC236}">
                <ns2:creationId id="{1D32C649-6CEB-437F-A124-945D3E89B3ED}"/>
              </a:ext>
            </a:extLst>
          </p:cNvPr>
          <p:cNvSpPr>
            <a:spLocks noGrp="1"/>
          </p:cNvSpPr>
          <p:nvPr/>
        </p:nvSpPr>
        <p:spPr>
          <a:xfrm>
            <a:off x="56578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8" name="tpl-p07-text-041">
            <a:extLst>
              <a:ext uri="{FF2B5EF4-FFF2-40B4-BE49-F238E27FC236}">
                <ns2:creationId id="{FA51C4D0-1140-4CB2-A552-FDE04D9549F9}"/>
              </a:ext>
            </a:extLst>
          </p:cNvPr>
          <p:cNvSpPr>
            <a:spLocks noGrp="1"/>
          </p:cNvSpPr>
          <p:nvPr/>
        </p:nvSpPr>
        <p:spPr>
          <a:xfrm>
            <a:off x="56578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{{n111}}</a:t>
            </a:r>
          </a:p>
        </p:txBody>
      </p:sp>
      <p:sp>
        <p:nvSpPr>
          <p:cNvPr id="49" name="tpl-p07-text-042">
            <a:extLst>
              <a:ext uri="{FF2B5EF4-FFF2-40B4-BE49-F238E27FC236}">
                <ns2:creationId id="{EFE5AD44-3471-406D-9D30-8C4BF2ADB17F}"/>
              </a:ext>
            </a:extLst>
          </p:cNvPr>
          <p:cNvSpPr>
            <a:spLocks noGrp="1"/>
          </p:cNvSpPr>
          <p:nvPr/>
        </p:nvSpPr>
        <p:spPr>
          <a:xfrm>
            <a:off x="75438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1" name="tpl-p07-text-043">
            <a:extLst>
              <a:ext uri="{FF2B5EF4-FFF2-40B4-BE49-F238E27FC236}">
                <ns2:creationId id="{CBD7BFA4-807E-43E8-9CB2-7F5AC7E601AA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{{a036}}</a:t>
            </a:r>
          </a:p>
        </p:txBody>
      </p:sp>
      <p:sp>
        <p:nvSpPr>
          <p:cNvPr id="52" name="tpl-p07-text-044">
            <a:extLst>
              <a:ext uri="{FF2B5EF4-FFF2-40B4-BE49-F238E27FC236}">
                <ns2:creationId id="{8FDE950E-29E7-4629-8F77-30C67D0DDE4A}"/>
              </a:ext>
            </a:extLst>
          </p:cNvPr>
          <p:cNvSpPr>
            <a:spLocks noGrp="1"/>
          </p:cNvSpPr>
          <p:nvPr/>
        </p:nvSpPr>
        <p:spPr>
          <a:xfrm>
            <a:off x="90487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{{h018}}</a:t>
            </a:r>
          </a:p>
        </p:txBody>
      </p:sp>
      <p:sp>
        <p:nvSpPr>
          <p:cNvPr id="53" name="tpl-p07-text-045">
            <a:extLst>
              <a:ext uri="{FF2B5EF4-FFF2-40B4-BE49-F238E27FC236}">
                <ns2:creationId id="{E9BE295F-2E93-4F0A-A9B5-862B85A9F446}"/>
              </a:ext>
            </a:extLst>
          </p:cNvPr>
          <p:cNvSpPr>
            <a:spLocks noGrp="1"/>
          </p:cNvSpPr>
          <p:nvPr/>
        </p:nvSpPr>
        <p:spPr>
          <a:xfrm>
            <a:off x="90487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4" name="tpl-p07-text-046">
            <a:extLst>
              <a:ext uri="{FF2B5EF4-FFF2-40B4-BE49-F238E27FC236}">
                <ns2:creationId id="{1DEB766E-1DDE-4F1A-B4DB-AB148961D123}"/>
              </a:ext>
            </a:extLst>
          </p:cNvPr>
          <p:cNvSpPr>
            <a:spLocks noGrp="1"/>
          </p:cNvSpPr>
          <p:nvPr/>
        </p:nvSpPr>
        <p:spPr>
          <a:xfrm>
            <a:off x="90487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{{n112}}</a:t>
            </a:r>
          </a:p>
        </p:txBody>
      </p:sp>
      <p:sp>
        <p:nvSpPr>
          <p:cNvPr id="55" name="tpl-p07-text-047">
            <a:extLst>
              <a:ext uri="{FF2B5EF4-FFF2-40B4-BE49-F238E27FC236}">
                <ns2:creationId id="{9212D6DC-5C3D-4055-B8B0-D6FC76066731}"/>
              </a:ext>
            </a:extLst>
          </p:cNvPr>
          <p:cNvSpPr>
            <a:spLocks noGrp="1"/>
          </p:cNvSpPr>
          <p:nvPr/>
        </p:nvSpPr>
        <p:spPr>
          <a:xfrm>
            <a:off x="109347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7" name="tpl-p07-text-048">
            <a:extLst>
              <a:ext uri="{FF2B5EF4-FFF2-40B4-BE49-F238E27FC236}">
                <ns2:creationId id="{A0C4AFA0-DD5F-4585-AAD8-1A18337C5601}"/>
              </a:ext>
            </a:extLst>
          </p:cNvPr>
          <p:cNvSpPr>
            <a:spLocks noGrp="1"/>
          </p:cNvSpPr>
          <p:nvPr/>
        </p:nvSpPr>
        <p:spPr>
          <a:xfrm>
            <a:off x="124396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{{a037}}</a:t>
            </a:r>
          </a:p>
        </p:txBody>
      </p:sp>
      <p:sp>
        <p:nvSpPr>
          <p:cNvPr id="58" name="tpl-p07-text-049">
            <a:extLst>
              <a:ext uri="{FF2B5EF4-FFF2-40B4-BE49-F238E27FC236}">
                <ns2:creationId id="{C2FF87EC-41B9-4FC6-8883-4553D2A2F5D2}"/>
              </a:ext>
            </a:extLst>
          </p:cNvPr>
          <p:cNvSpPr>
            <a:spLocks noGrp="1"/>
          </p:cNvSpPr>
          <p:nvPr/>
        </p:nvSpPr>
        <p:spPr>
          <a:xfrm>
            <a:off x="124396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{{h019}}</a:t>
            </a:r>
          </a:p>
        </p:txBody>
      </p:sp>
      <p:sp>
        <p:nvSpPr>
          <p:cNvPr id="59" name="tpl-p07-text-050">
            <a:extLst>
              <a:ext uri="{FF2B5EF4-FFF2-40B4-BE49-F238E27FC236}">
                <ns2:creationId id="{077C49A0-80C1-422C-82F2-5D1770791029}"/>
              </a:ext>
            </a:extLst>
          </p:cNvPr>
          <p:cNvSpPr>
            <a:spLocks noGrp="1"/>
          </p:cNvSpPr>
          <p:nvPr/>
        </p:nvSpPr>
        <p:spPr>
          <a:xfrm>
            <a:off x="124396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0" name="tpl-p07-text-051">
            <a:extLst>
              <a:ext uri="{FF2B5EF4-FFF2-40B4-BE49-F238E27FC236}">
                <ns2:creationId id="{3297A74B-B054-4E4F-84C0-EB75CC47A9EC}"/>
              </a:ext>
            </a:extLst>
          </p:cNvPr>
          <p:cNvSpPr>
            <a:spLocks noGrp="1"/>
          </p:cNvSpPr>
          <p:nvPr/>
        </p:nvSpPr>
        <p:spPr>
          <a:xfrm>
            <a:off x="124396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{{n113}}</a:t>
            </a:r>
          </a:p>
        </p:txBody>
      </p:sp>
      <p:sp>
        <p:nvSpPr>
          <p:cNvPr id="61" name="tpl-p07-text-052">
            <a:extLst>
              <a:ext uri="{FF2B5EF4-FFF2-40B4-BE49-F238E27FC236}">
                <ns2:creationId id="{7DD501DE-E2C5-4F7F-AF5D-E4C47F30ED40}"/>
              </a:ext>
            </a:extLst>
          </p:cNvPr>
          <p:cNvSpPr>
            <a:spLocks noGrp="1"/>
          </p:cNvSpPr>
          <p:nvPr/>
        </p:nvSpPr>
        <p:spPr>
          <a:xfrm>
            <a:off x="143256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3" name="tpl-p07-text-053">
            <a:extLst>
              <a:ext uri="{FF2B5EF4-FFF2-40B4-BE49-F238E27FC236}">
                <ns2:creationId id="{C806A7FD-37D7-4339-B5C2-81F765B9BCA8}"/>
              </a:ext>
            </a:extLst>
          </p:cNvPr>
          <p:cNvSpPr>
            <a:spLocks noGrp="1"/>
          </p:cNvSpPr>
          <p:nvPr/>
        </p:nvSpPr>
        <p:spPr>
          <a:xfrm>
            <a:off x="158305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{{a038}}</a:t>
            </a:r>
          </a:p>
        </p:txBody>
      </p:sp>
      <p:sp>
        <p:nvSpPr>
          <p:cNvPr id="64" name="tpl-p07-text-054">
            <a:extLst>
              <a:ext uri="{FF2B5EF4-FFF2-40B4-BE49-F238E27FC236}">
                <ns2:creationId id="{BA73DD6F-E5B3-441E-AB21-3FED23662AB8}"/>
              </a:ext>
            </a:extLst>
          </p:cNvPr>
          <p:cNvSpPr>
            <a:spLocks noGrp="1"/>
          </p:cNvSpPr>
          <p:nvPr/>
        </p:nvSpPr>
        <p:spPr>
          <a:xfrm>
            <a:off x="158305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{{h020}}</a:t>
            </a:r>
          </a:p>
        </p:txBody>
      </p:sp>
      <p:sp>
        <p:nvSpPr>
          <p:cNvPr id="65" name="tpl-p07-text-055">
            <a:extLst>
              <a:ext uri="{FF2B5EF4-FFF2-40B4-BE49-F238E27FC236}">
                <ns2:creationId id="{09CDC8DB-EE1B-4C1A-8A79-65CA04234E6C}"/>
              </a:ext>
            </a:extLst>
          </p:cNvPr>
          <p:cNvSpPr>
            <a:spLocks noGrp="1"/>
          </p:cNvSpPr>
          <p:nvPr/>
        </p:nvSpPr>
        <p:spPr>
          <a:xfrm>
            <a:off x="158305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6" name="tpl-p07-text-056">
            <a:extLst>
              <a:ext uri="{FF2B5EF4-FFF2-40B4-BE49-F238E27FC236}">
                <ns2:creationId id="{D24582C2-D3C5-4E65-9008-C63082FA2369}"/>
              </a:ext>
            </a:extLst>
          </p:cNvPr>
          <p:cNvSpPr>
            <a:spLocks noGrp="1"/>
          </p:cNvSpPr>
          <p:nvPr/>
        </p:nvSpPr>
        <p:spPr>
          <a:xfrm>
            <a:off x="158305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{{n114}}</a:t>
            </a:r>
          </a:p>
        </p:txBody>
      </p:sp>
      <p:sp>
        <p:nvSpPr>
          <p:cNvPr id="67" name="tpl-p07-text-057">
            <a:extLst>
              <a:ext uri="{FF2B5EF4-FFF2-40B4-BE49-F238E27FC236}">
                <ns2:creationId id="{2DD8FDF1-DBA5-475C-A569-01E8CDF6C4B9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「対象外」は集計に含みません。</a:t>
            </a:r>
          </a:p>
        </p:txBody>
      </p:sp>
      <p:sp>
        <p:nvSpPr>
          <p:cNvPr id="69" name="tpl-p07-image-01">
            <a:extLst>
              <a:ext uri="{FF2B5EF4-FFF2-40B4-BE49-F238E27FC236}">
                <ns2:creationId id="{7311B80F-2024-486D-A32B-294C18FDB368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20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{{i026}}</a:t>
            </a:r>
          </a:p>
        </p:txBody>
      </p:sp>
      <p:sp>
        <p:nvSpPr>
          <p:cNvPr id="70" name="tpl-p07-image-02">
            <a:extLst>
              <a:ext uri="{FF2B5EF4-FFF2-40B4-BE49-F238E27FC236}">
                <ns2:creationId id="{59B3CAE5-D4FB-4E59-86AA-D75BD7B25AD5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1529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{{i027}}</a:t>
            </a:r>
          </a:p>
        </p:txBody>
      </p:sp>
      <p:sp>
        <p:nvSpPr>
          <p:cNvPr id="71" name="tpl-p07-image-03">
            <a:extLst>
              <a:ext uri="{FF2B5EF4-FFF2-40B4-BE49-F238E27FC236}">
                <ns2:creationId id="{4977E7C1-9263-4906-A106-399778D64F9A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75438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{{i028}}</a:t>
            </a:r>
          </a:p>
        </p:txBody>
      </p:sp>
      <p:sp>
        <p:nvSpPr>
          <p:cNvPr id="72" name="tpl-p07-image-04">
            <a:extLst>
              <a:ext uri="{FF2B5EF4-FFF2-40B4-BE49-F238E27FC236}">
                <ns2:creationId id="{F8E86C79-021F-44F3-87C8-758AD0877D3B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09347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{{i029}}</a:t>
            </a:r>
          </a:p>
        </p:txBody>
      </p:sp>
      <p:sp>
        <p:nvSpPr>
          <p:cNvPr id="73" name="tpl-p07-image-05">
            <a:extLst>
              <a:ext uri="{FF2B5EF4-FFF2-40B4-BE49-F238E27FC236}">
                <ns2:creationId id="{1D355549-396D-4725-9A11-C2CEBFC13BFD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43256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{{i030}}</a:t>
            </a:r>
          </a:p>
        </p:txBody>
      </p:sp>
      <p:sp>
        <p:nvSpPr>
          <p:cNvPr id="74" name="tpl-p07-image-06">
            <a:extLst>
              <a:ext uri="{FF2B5EF4-FFF2-40B4-BE49-F238E27FC236}">
                <ns2:creationId id="{C78F21E7-9236-433C-8270-E1B1901C56DE}"/>
              </a:ext>
            </a:extLst>
          </p:cNvPr>
          <p:cNvSpPr>
            <a:spLocks noGrp="1"/>
          </p:cNvSpPr>
          <p:nvPr>
            <p:ph type="pic" idx="06"/>
          </p:nvPr>
        </p:nvSpPr>
        <p:spPr>
          <a:xfrm>
            <a:off x="7620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{{i031}}</a:t>
            </a:r>
          </a:p>
        </p:txBody>
      </p:sp>
      <p:sp>
        <p:nvSpPr>
          <p:cNvPr id="75" name="tpl-p07-image-07">
            <a:extLst>
              <a:ext uri="{FF2B5EF4-FFF2-40B4-BE49-F238E27FC236}">
                <ns2:creationId id="{29B82EF2-A61A-41FC-A121-159241B18DE8}"/>
              </a:ext>
            </a:extLst>
          </p:cNvPr>
          <p:cNvSpPr>
            <a:spLocks noGrp="1"/>
          </p:cNvSpPr>
          <p:nvPr>
            <p:ph type="pic" idx="07"/>
          </p:nvPr>
        </p:nvSpPr>
        <p:spPr>
          <a:xfrm>
            <a:off x="41529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{{i032}}</a:t>
            </a:r>
          </a:p>
        </p:txBody>
      </p:sp>
      <p:sp>
        <p:nvSpPr>
          <p:cNvPr id="76" name="tpl-p07-image-08">
            <a:extLst>
              <a:ext uri="{FF2B5EF4-FFF2-40B4-BE49-F238E27FC236}">
                <ns2:creationId id="{E0A1F609-C3D9-4CBD-B93E-5622C7F32A3F}"/>
              </a:ext>
            </a:extLst>
          </p:cNvPr>
          <p:cNvSpPr>
            <a:spLocks noGrp="1"/>
          </p:cNvSpPr>
          <p:nvPr>
            <p:ph type="pic" idx="08"/>
          </p:nvPr>
        </p:nvSpPr>
        <p:spPr>
          <a:xfrm>
            <a:off x="75438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{{i033}}</a:t>
            </a:r>
          </a:p>
        </p:txBody>
      </p:sp>
      <p:sp>
        <p:nvSpPr>
          <p:cNvPr id="77" name="tpl-p07-image-09">
            <a:extLst>
              <a:ext uri="{FF2B5EF4-FFF2-40B4-BE49-F238E27FC236}">
                <ns2:creationId id="{436F5FD1-ABA0-489A-9B3B-7FAB1E22A988}"/>
              </a:ext>
            </a:extLst>
          </p:cNvPr>
          <p:cNvSpPr>
            <a:spLocks noGrp="1"/>
          </p:cNvSpPr>
          <p:nvPr>
            <p:ph type="pic" idx="09"/>
          </p:nvPr>
        </p:nvSpPr>
        <p:spPr>
          <a:xfrm>
            <a:off x="109347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{{i034}}</a:t>
            </a:r>
          </a:p>
        </p:txBody>
      </p:sp>
      <p:sp>
        <p:nvSpPr>
          <p:cNvPr id="78" name="tpl-p07-image-10">
            <a:extLst>
              <a:ext uri="{FF2B5EF4-FFF2-40B4-BE49-F238E27FC236}">
                <ns2:creationId id="{644E0E00-B339-4754-B7C3-6832F6FCE54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3256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{{i035}}</a:t>
            </a:r>
          </a:p>
        </p:txBody>
      </p:sp>
    </p:spTree>
    <p:extLst>
      <p:ext uri="{BB962C8B-B14F-4D97-AF65-F5344CB8AC3E}">
        <ns3:creationId val="44187296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3" name="tpl-p08-text-001">
            <a:extLst>
              <a:ext uri="{FF2B5EF4-FFF2-40B4-BE49-F238E27FC236}">
                <ns2:creationId id="{FFA22D2D-B144-4052-8234-998A613913C9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8-text-002">
            <a:extLst>
              <a:ext uri="{FF2B5EF4-FFF2-40B4-BE49-F238E27FC236}">
                <ns2:creationId id="{D2CF86F6-F7EE-4CAB-B6FB-460D1925F895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{{a}}｜再生数 TOP5</a:t>
            </a:r>
          </a:p>
        </p:txBody>
      </p:sp>
      <p:sp>
        <p:nvSpPr>
          <p:cNvPr id="3" name="tpl-p08-text-003">
            <a:extLst>
              <a:ext uri="{FF2B5EF4-FFF2-40B4-BE49-F238E27FC236}">
                <ns2:creationId id="{6D2B196D-6A0A-44EB-B5C7-94BA8DA95DC9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検索「{{q_a}}」 対象{{n115}}件</a:t>
            </a:r>
          </a:p>
        </p:txBody>
      </p:sp>
      <p:sp>
        <p:nvSpPr>
          <p:cNvPr id="4" name="tpl-p08-text-004">
            <a:extLst>
              <a:ext uri="{FF2B5EF4-FFF2-40B4-BE49-F238E27FC236}">
                <ns2:creationId id="{6EFA0E42-E9A9-4E37-B727-0166D9992C99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08 / 25</a:t>
            </a:r>
          </a:p>
        </p:txBody>
      </p:sp>
      <p:sp>
        <p:nvSpPr>
          <p:cNvPr id="5" name="tpl-p08-text-005">
            <a:extLst>
              <a:ext uri="{FF2B5EF4-FFF2-40B4-BE49-F238E27FC236}">
                <ns2:creationId id="{ABCDB3E6-98A2-472D-8065-E01D512D0DCA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F0F9FF"/>
          </a:solidFill>
          <a:ln w="0">
            <a:noFill/>
          </a:ln>
        </p:spPr>
      </p:sp>
      <p:sp>
        <p:nvSpPr>
          <p:cNvPr id="6" name="tpl-p08-text-006">
            <a:extLst>
              <a:ext uri="{FF2B5EF4-FFF2-40B4-BE49-F238E27FC236}">
                <ns2:creationId id="{AF3B0A4D-4A51-4510-A504-7040E5B9A503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再生数上位の特徴・自社で試す要素</a:t>
            </a:r>
          </a:p>
        </p:txBody>
      </p:sp>
      <p:sp>
        <p:nvSpPr>
          <p:cNvPr id="7" name="tpl-p08-text-007">
            <a:extLst>
              <a:ext uri="{FF2B5EF4-FFF2-40B4-BE49-F238E27FC236}">
                <ns2:creationId id="{C59148F9-AFA1-426C-BD84-5C4F08A34B69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08-text-008">
            <a:extLst>
              <a:ext uri="{FF2B5EF4-FFF2-40B4-BE49-F238E27FC236}">
                <ns2:creationId id="{95F4A493-64AF-4EB2-ACCA-449CB0D56626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{{t011}}</a:t>
            </a:r>
          </a:p>
        </p:txBody>
      </p:sp>
      <p:sp>
        <p:nvSpPr>
          <p:cNvPr id="9" name="tpl-p08-text-009">
            <a:extLst>
              <a:ext uri="{FF2B5EF4-FFF2-40B4-BE49-F238E27FC236}">
                <ns2:creationId id="{8A6ECA04-BC43-483C-AE5D-A164B090C1C2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08-text-010">
            <a:extLst>
              <a:ext uri="{FF2B5EF4-FFF2-40B4-BE49-F238E27FC236}">
                <ns2:creationId id="{51009C96-AEDA-4451-B19A-01F320983847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{{t012}}</a:t>
            </a:r>
          </a:p>
        </p:txBody>
      </p:sp>
      <p:sp>
        <p:nvSpPr>
          <p:cNvPr id="11" name="tpl-p08-text-011">
            <a:extLst>
              <a:ext uri="{FF2B5EF4-FFF2-40B4-BE49-F238E27FC236}">
                <ns2:creationId id="{A93B1824-00F1-4002-B89D-B0B21C03C4CA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08-text-012">
            <a:extLst>
              <a:ext uri="{FF2B5EF4-FFF2-40B4-BE49-F238E27FC236}">
                <ns2:creationId id="{5AB059C1-A90A-450E-B91F-AFD2BC80E4BC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pl-p08-text-014">
            <a:extLst>
              <a:ext uri="{FF2B5EF4-FFF2-40B4-BE49-F238E27FC236}">
                <ns2:creationId id="{EA9AA94A-1578-41E2-B694-801145D65E16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{{a039}}</a:t>
            </a:r>
          </a:p>
        </p:txBody>
      </p:sp>
      <p:sp>
        <p:nvSpPr>
          <p:cNvPr id="16" name="tpl-p08-text-015">
            <a:extLst>
              <a:ext uri="{FF2B5EF4-FFF2-40B4-BE49-F238E27FC236}">
                <ns2:creationId id="{699B0B47-A8DD-4AC6-B899-DFD85718C15F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{{n116}}</a:t>
            </a:r>
          </a:p>
        </p:txBody>
      </p:sp>
      <p:sp>
        <p:nvSpPr>
          <p:cNvPr id="17" name="tpl-p08-text-016">
            <a:extLst>
              <a:ext uri="{FF2B5EF4-FFF2-40B4-BE49-F238E27FC236}">
                <ns2:creationId id="{3637CC6D-1147-4926-B8E8-D56F78EE8483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8" name="tpl-p08-text-017">
            <a:extLst>
              <a:ext uri="{FF2B5EF4-FFF2-40B4-BE49-F238E27FC236}">
                <ns2:creationId id="{DFA7DEA6-F4F4-4617-BF07-795251D1D574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19" name="tpl-p08-text-018">
            <a:extLst>
              <a:ext uri="{FF2B5EF4-FFF2-40B4-BE49-F238E27FC236}">
                <ns2:creationId id="{10035E16-87A0-4F57-BBD8-634936CD5CF9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{{n117}}</a:t>
            </a:r>
          </a:p>
        </p:txBody>
      </p:sp>
      <p:sp>
        <p:nvSpPr>
          <p:cNvPr id="20" name="tpl-p08-text-019">
            <a:extLst>
              <a:ext uri="{FF2B5EF4-FFF2-40B4-BE49-F238E27FC236}">
                <ns2:creationId id="{5E0F953A-035B-4FC4-B8F1-AE0189DFE1BE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1" name="tpl-p08-text-020">
            <a:extLst>
              <a:ext uri="{FF2B5EF4-FFF2-40B4-BE49-F238E27FC236}">
                <ns2:creationId id="{84F2087C-84C2-4D10-A02F-85D155AD6578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{{n118}}</a:t>
            </a:r>
          </a:p>
        </p:txBody>
      </p:sp>
      <p:sp>
        <p:nvSpPr>
          <p:cNvPr id="22" name="tpl-p08-text-021">
            <a:extLst>
              <a:ext uri="{FF2B5EF4-FFF2-40B4-BE49-F238E27FC236}">
                <ns2:creationId id="{7C03E5FC-46DF-4993-B2F9-9F7A625A80CE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3" name="tpl-p08-text-022">
            <a:extLst>
              <a:ext uri="{FF2B5EF4-FFF2-40B4-BE49-F238E27FC236}">
                <ns2:creationId id="{1F678710-6749-4BFB-9467-A68973E63622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{{n119}}</a:t>
            </a:r>
          </a:p>
        </p:txBody>
      </p:sp>
      <p:sp>
        <p:nvSpPr>
          <p:cNvPr id="24" name="tpl-p08-text-023">
            <a:extLst>
              <a:ext uri="{FF2B5EF4-FFF2-40B4-BE49-F238E27FC236}">
                <ns2:creationId id="{36457203-2321-4334-A5F1-9239EA133E22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25" name="tpl-p08-text-024">
            <a:extLst>
              <a:ext uri="{FF2B5EF4-FFF2-40B4-BE49-F238E27FC236}">
                <ns2:creationId id="{6866BF1A-0F2A-4791-82D0-6B9B04E485E7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{{n120}}</a:t>
            </a:r>
          </a:p>
        </p:txBody>
      </p:sp>
      <p:sp>
        <p:nvSpPr>
          <p:cNvPr id="26" name="tpl-p08-text-025">
            <a:extLst>
              <a:ext uri="{FF2B5EF4-FFF2-40B4-BE49-F238E27FC236}">
                <ns2:creationId id="{7586FF10-EC59-404C-9662-C98FAD9E37BC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7" name="tpl-p08-text-026">
            <a:extLst>
              <a:ext uri="{FF2B5EF4-FFF2-40B4-BE49-F238E27FC236}">
                <ns2:creationId id="{B0B7080C-61AB-4BF1-9579-E663B94C40F7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tpl-p08-text-028">
            <a:extLst>
              <a:ext uri="{FF2B5EF4-FFF2-40B4-BE49-F238E27FC236}">
                <ns2:creationId id="{E0EFFA09-66F2-4754-B945-E6F33A12908B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{{a040}}</a:t>
            </a:r>
          </a:p>
        </p:txBody>
      </p:sp>
      <p:sp>
        <p:nvSpPr>
          <p:cNvPr id="31" name="tpl-p08-text-029">
            <a:extLst>
              <a:ext uri="{FF2B5EF4-FFF2-40B4-BE49-F238E27FC236}">
                <ns2:creationId id="{906A74F5-EE4B-4376-A94E-E429A2CDC742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{{n121}}</a:t>
            </a:r>
          </a:p>
        </p:txBody>
      </p:sp>
      <p:sp>
        <p:nvSpPr>
          <p:cNvPr id="32" name="tpl-p08-text-030">
            <a:extLst>
              <a:ext uri="{FF2B5EF4-FFF2-40B4-BE49-F238E27FC236}">
                <ns2:creationId id="{7ED03A66-3243-41E9-8858-ECF326A66C31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3" name="tpl-p08-text-031">
            <a:extLst>
              <a:ext uri="{FF2B5EF4-FFF2-40B4-BE49-F238E27FC236}">
                <ns2:creationId id="{67DA4452-D612-4739-A52C-921619AE80DE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4" name="tpl-p08-text-032">
            <a:extLst>
              <a:ext uri="{FF2B5EF4-FFF2-40B4-BE49-F238E27FC236}">
                <ns2:creationId id="{4FA87A06-C78F-421D-BF7A-9225EE5DCA6E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{{n122}}</a:t>
            </a:r>
          </a:p>
        </p:txBody>
      </p:sp>
      <p:sp>
        <p:nvSpPr>
          <p:cNvPr id="35" name="tpl-p08-text-033">
            <a:extLst>
              <a:ext uri="{FF2B5EF4-FFF2-40B4-BE49-F238E27FC236}">
                <ns2:creationId id="{166094DA-A01D-49B6-B9EA-F3F1827901CD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6" name="tpl-p08-text-034">
            <a:extLst>
              <a:ext uri="{FF2B5EF4-FFF2-40B4-BE49-F238E27FC236}">
                <ns2:creationId id="{7B5473F8-D0EA-4296-9C37-52876B464E78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{{n123}}</a:t>
            </a:r>
          </a:p>
        </p:txBody>
      </p:sp>
      <p:sp>
        <p:nvSpPr>
          <p:cNvPr id="37" name="tpl-p08-text-035">
            <a:extLst>
              <a:ext uri="{FF2B5EF4-FFF2-40B4-BE49-F238E27FC236}">
                <ns2:creationId id="{D4417577-E9A1-438F-A05C-866B21C1AA16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8" name="tpl-p08-text-036">
            <a:extLst>
              <a:ext uri="{FF2B5EF4-FFF2-40B4-BE49-F238E27FC236}">
                <ns2:creationId id="{2FE3B0BC-AC34-4263-B07D-A667DA2968EC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{{n124}}</a:t>
            </a:r>
          </a:p>
        </p:txBody>
      </p:sp>
      <p:sp>
        <p:nvSpPr>
          <p:cNvPr id="39" name="tpl-p08-text-037">
            <a:extLst>
              <a:ext uri="{FF2B5EF4-FFF2-40B4-BE49-F238E27FC236}">
                <ns2:creationId id="{8767BFFD-668A-444D-80DF-B252DF5A4BB4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40" name="tpl-p08-text-038">
            <a:extLst>
              <a:ext uri="{FF2B5EF4-FFF2-40B4-BE49-F238E27FC236}">
                <ns2:creationId id="{D54750FB-C078-4062-8535-DE7704298BC3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{{n125}}</a:t>
            </a:r>
          </a:p>
        </p:txBody>
      </p:sp>
      <p:sp>
        <p:nvSpPr>
          <p:cNvPr id="41" name="tpl-p08-text-039">
            <a:extLst>
              <a:ext uri="{FF2B5EF4-FFF2-40B4-BE49-F238E27FC236}">
                <ns2:creationId id="{D4E83682-92EE-4AED-A2FA-5AB9519429BA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2" name="tpl-p08-text-040">
            <a:extLst>
              <a:ext uri="{FF2B5EF4-FFF2-40B4-BE49-F238E27FC236}">
                <ns2:creationId id="{81DA2053-9B4F-48C0-A5DC-7F9718C36C8B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4" name="tpl-p08-text-041">
            <a:extLst>
              <a:ext uri="{FF2B5EF4-FFF2-40B4-BE49-F238E27FC236}">
                <ns2:creationId id="{0C09B8C7-000A-466D-A560-5E0EC7520A21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{{a041}}</a:t>
            </a:r>
          </a:p>
        </p:txBody>
      </p:sp>
      <p:sp>
        <p:nvSpPr>
          <p:cNvPr id="45" name="tpl-p08-text-042">
            <a:extLst>
              <a:ext uri="{FF2B5EF4-FFF2-40B4-BE49-F238E27FC236}">
                <ns2:creationId id="{80725B86-B8EC-4433-982E-77E4A43F0C51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{{n126}}</a:t>
            </a:r>
          </a:p>
        </p:txBody>
      </p:sp>
      <p:sp>
        <p:nvSpPr>
          <p:cNvPr id="46" name="tpl-p08-text-043">
            <a:extLst>
              <a:ext uri="{FF2B5EF4-FFF2-40B4-BE49-F238E27FC236}">
                <ns2:creationId id="{269418B0-68E7-4BF7-A1A7-D7B43229DF28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7" name="tpl-p08-text-044">
            <a:extLst>
              <a:ext uri="{FF2B5EF4-FFF2-40B4-BE49-F238E27FC236}">
                <ns2:creationId id="{5C05E4BB-3009-4452-B593-CC2975C10FC7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8" name="tpl-p08-text-045">
            <a:extLst>
              <a:ext uri="{FF2B5EF4-FFF2-40B4-BE49-F238E27FC236}">
                <ns2:creationId id="{ED6A3747-7A93-475B-BFA9-129670130E08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{{n127}}</a:t>
            </a:r>
          </a:p>
        </p:txBody>
      </p:sp>
      <p:sp>
        <p:nvSpPr>
          <p:cNvPr id="49" name="tpl-p08-text-046">
            <a:extLst>
              <a:ext uri="{FF2B5EF4-FFF2-40B4-BE49-F238E27FC236}">
                <ns2:creationId id="{F78BCD2E-08D1-4912-B069-56A686FC26B1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50" name="tpl-p08-text-047">
            <a:extLst>
              <a:ext uri="{FF2B5EF4-FFF2-40B4-BE49-F238E27FC236}">
                <ns2:creationId id="{6FB79978-5001-4763-A9DC-8ADDF618B652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{{n128}}</a:t>
            </a:r>
          </a:p>
        </p:txBody>
      </p:sp>
      <p:sp>
        <p:nvSpPr>
          <p:cNvPr id="51" name="tpl-p08-text-048">
            <a:extLst>
              <a:ext uri="{FF2B5EF4-FFF2-40B4-BE49-F238E27FC236}">
                <ns2:creationId id="{423D8FAD-A82A-440A-9E97-2CED4BB9E242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2" name="tpl-p08-text-049">
            <a:extLst>
              <a:ext uri="{FF2B5EF4-FFF2-40B4-BE49-F238E27FC236}">
                <ns2:creationId id="{C964C4F9-7922-48FB-AA99-AD9D0868EA30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{{n129}}</a:t>
            </a:r>
          </a:p>
        </p:txBody>
      </p:sp>
      <p:sp>
        <p:nvSpPr>
          <p:cNvPr id="53" name="tpl-p08-text-050">
            <a:extLst>
              <a:ext uri="{FF2B5EF4-FFF2-40B4-BE49-F238E27FC236}">
                <ns2:creationId id="{35B059F7-D19C-4E93-B7B1-ED158BC5467F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54" name="tpl-p08-text-051">
            <a:extLst>
              <a:ext uri="{FF2B5EF4-FFF2-40B4-BE49-F238E27FC236}">
                <ns2:creationId id="{76FF3436-FE16-4F18-8309-F8DB6BE7B03D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{{n130}}</a:t>
            </a:r>
          </a:p>
        </p:txBody>
      </p:sp>
      <p:sp>
        <p:nvSpPr>
          <p:cNvPr id="55" name="tpl-p08-text-052">
            <a:extLst>
              <a:ext uri="{FF2B5EF4-FFF2-40B4-BE49-F238E27FC236}">
                <ns2:creationId id="{FB7847EA-C76E-4E0F-9D82-B09B6C2ABAC1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6" name="tpl-p08-text-053">
            <a:extLst>
              <a:ext uri="{FF2B5EF4-FFF2-40B4-BE49-F238E27FC236}">
                <ns2:creationId id="{D11C3953-8721-4573-85C2-133667F76941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8" name="tpl-p08-text-054">
            <a:extLst>
              <a:ext uri="{FF2B5EF4-FFF2-40B4-BE49-F238E27FC236}">
                <ns2:creationId id="{0AB89EDB-BC3D-413C-9A55-A2569771FD38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{{a042}}</a:t>
            </a:r>
          </a:p>
        </p:txBody>
      </p:sp>
      <p:sp>
        <p:nvSpPr>
          <p:cNvPr id="59" name="tpl-p08-text-055">
            <a:extLst>
              <a:ext uri="{FF2B5EF4-FFF2-40B4-BE49-F238E27FC236}">
                <ns2:creationId id="{85C35E8D-2FB4-4C71-A0D4-A9DCE98230B5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{{n131}}</a:t>
            </a:r>
          </a:p>
        </p:txBody>
      </p:sp>
      <p:sp>
        <p:nvSpPr>
          <p:cNvPr id="60" name="tpl-p08-text-056">
            <a:extLst>
              <a:ext uri="{FF2B5EF4-FFF2-40B4-BE49-F238E27FC236}">
                <ns2:creationId id="{3E270496-DFE6-4C11-B475-569E809D9DF6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1" name="tpl-p08-text-057">
            <a:extLst>
              <a:ext uri="{FF2B5EF4-FFF2-40B4-BE49-F238E27FC236}">
                <ns2:creationId id="{88B0D52A-0D50-472B-98F5-2715CAE6D11A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2" name="tpl-p08-text-058">
            <a:extLst>
              <a:ext uri="{FF2B5EF4-FFF2-40B4-BE49-F238E27FC236}">
                <ns2:creationId id="{F05D0DBE-9EE9-4209-A969-27519B361D87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{{n132}}</a:t>
            </a:r>
          </a:p>
        </p:txBody>
      </p:sp>
      <p:sp>
        <p:nvSpPr>
          <p:cNvPr id="63" name="tpl-p08-text-059">
            <a:extLst>
              <a:ext uri="{FF2B5EF4-FFF2-40B4-BE49-F238E27FC236}">
                <ns2:creationId id="{CE393255-0DA1-485A-A70F-C17BC5D98CCA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4" name="tpl-p08-text-060">
            <a:extLst>
              <a:ext uri="{FF2B5EF4-FFF2-40B4-BE49-F238E27FC236}">
                <ns2:creationId id="{7B18342D-5BC3-4CC3-B8FD-8E0AC3EC66F5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{{n133}}</a:t>
            </a:r>
          </a:p>
        </p:txBody>
      </p:sp>
      <p:sp>
        <p:nvSpPr>
          <p:cNvPr id="65" name="tpl-p08-text-061">
            <a:extLst>
              <a:ext uri="{FF2B5EF4-FFF2-40B4-BE49-F238E27FC236}">
                <ns2:creationId id="{FF27FCC6-1AF7-473C-B875-4F9B99F10AA6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6" name="tpl-p08-text-062">
            <a:extLst>
              <a:ext uri="{FF2B5EF4-FFF2-40B4-BE49-F238E27FC236}">
                <ns2:creationId id="{06EEF4AE-BAC5-47FA-9760-B6A79D97EA04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{{n134}}</a:t>
            </a:r>
          </a:p>
        </p:txBody>
      </p:sp>
      <p:sp>
        <p:nvSpPr>
          <p:cNvPr id="67" name="tpl-p08-text-063">
            <a:extLst>
              <a:ext uri="{FF2B5EF4-FFF2-40B4-BE49-F238E27FC236}">
                <ns2:creationId id="{0107A3AA-2248-482B-80A4-3D9F977569DB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68" name="tpl-p08-text-064">
            <a:extLst>
              <a:ext uri="{FF2B5EF4-FFF2-40B4-BE49-F238E27FC236}">
                <ns2:creationId id="{63EE619C-6A23-4D72-B78C-3939C377C683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{{n135}}</a:t>
            </a:r>
          </a:p>
        </p:txBody>
      </p:sp>
      <p:sp>
        <p:nvSpPr>
          <p:cNvPr id="69" name="tpl-p08-text-065">
            <a:extLst>
              <a:ext uri="{FF2B5EF4-FFF2-40B4-BE49-F238E27FC236}">
                <ns2:creationId id="{A24404CD-E570-4406-8439-D114BF00FC20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70" name="tpl-p08-text-066">
            <a:extLst>
              <a:ext uri="{FF2B5EF4-FFF2-40B4-BE49-F238E27FC236}">
                <ns2:creationId id="{E61C80D7-50D6-4DF7-905E-08BAC48C4DBF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2" name="tpl-p08-text-067">
            <a:extLst>
              <a:ext uri="{FF2B5EF4-FFF2-40B4-BE49-F238E27FC236}">
                <ns2:creationId id="{821D730E-170E-4F9C-89F6-84BA99EF96F2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{{a043}}</a:t>
            </a:r>
          </a:p>
        </p:txBody>
      </p:sp>
      <p:sp>
        <p:nvSpPr>
          <p:cNvPr id="73" name="tpl-p08-text-068">
            <a:extLst>
              <a:ext uri="{FF2B5EF4-FFF2-40B4-BE49-F238E27FC236}">
                <ns2:creationId id="{D4C323BB-46F6-460E-A480-25ACF74AD7C6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{{n136}}</a:t>
            </a:r>
          </a:p>
        </p:txBody>
      </p:sp>
      <p:sp>
        <p:nvSpPr>
          <p:cNvPr id="74" name="tpl-p08-text-069">
            <a:extLst>
              <a:ext uri="{FF2B5EF4-FFF2-40B4-BE49-F238E27FC236}">
                <ns2:creationId id="{13E3FAE8-D994-41DF-B49E-173E0D142C56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75" name="tpl-p08-text-070">
            <a:extLst>
              <a:ext uri="{FF2B5EF4-FFF2-40B4-BE49-F238E27FC236}">
                <ns2:creationId id="{D1217725-99B4-4DA0-B08A-0D8A83E16BC8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6" name="tpl-p08-text-071">
            <a:extLst>
              <a:ext uri="{FF2B5EF4-FFF2-40B4-BE49-F238E27FC236}">
                <ns2:creationId id="{017BEB11-D697-454D-88C9-87D6F622E742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{{n137}}</a:t>
            </a:r>
          </a:p>
        </p:txBody>
      </p:sp>
      <p:sp>
        <p:nvSpPr>
          <p:cNvPr id="77" name="tpl-p08-text-072">
            <a:extLst>
              <a:ext uri="{FF2B5EF4-FFF2-40B4-BE49-F238E27FC236}">
                <ns2:creationId id="{AC0154F0-BE64-45FF-A80E-53ACE842DF6B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8" name="tpl-p08-text-073">
            <a:extLst>
              <a:ext uri="{FF2B5EF4-FFF2-40B4-BE49-F238E27FC236}">
                <ns2:creationId id="{6470AFA5-0088-4F33-A644-0427D07863A6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{{n138}}</a:t>
            </a:r>
          </a:p>
        </p:txBody>
      </p:sp>
      <p:sp>
        <p:nvSpPr>
          <p:cNvPr id="79" name="tpl-p08-text-074">
            <a:extLst>
              <a:ext uri="{FF2B5EF4-FFF2-40B4-BE49-F238E27FC236}">
                <ns2:creationId id="{DCB77A32-C772-4A47-B3A1-E6CC00EAE2B8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80" name="tpl-p08-text-075">
            <a:extLst>
              <a:ext uri="{FF2B5EF4-FFF2-40B4-BE49-F238E27FC236}">
                <ns2:creationId id="{0B8F7AE7-AFFC-41E9-971C-3D23332075EF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{{n139}}</a:t>
            </a:r>
          </a:p>
        </p:txBody>
      </p:sp>
      <p:sp>
        <p:nvSpPr>
          <p:cNvPr id="81" name="tpl-p08-text-076">
            <a:extLst>
              <a:ext uri="{FF2B5EF4-FFF2-40B4-BE49-F238E27FC236}">
                <ns2:creationId id="{EC4DA7A3-B06D-47E6-96B6-95192C2AD61B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82" name="tpl-p08-text-077">
            <a:extLst>
              <a:ext uri="{FF2B5EF4-FFF2-40B4-BE49-F238E27FC236}">
                <ns2:creationId id="{8A04187F-0269-43A8-A2EB-33F994B9564C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{{n140}}</a:t>
            </a:r>
          </a:p>
        </p:txBody>
      </p:sp>
      <p:sp>
        <p:nvSpPr>
          <p:cNvPr id="84" name="tpl-p08-image-01">
            <a:extLst>
              <a:ext uri="{FF2B5EF4-FFF2-40B4-BE49-F238E27FC236}">
                <ns2:creationId id="{45A2F562-3CE7-4E6E-A304-A42000737210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{{i036}}</a:t>
            </a:r>
          </a:p>
        </p:txBody>
      </p:sp>
      <p:sp>
        <p:nvSpPr>
          <p:cNvPr id="85" name="tpl-p08-image-02">
            <a:extLst>
              <a:ext uri="{FF2B5EF4-FFF2-40B4-BE49-F238E27FC236}">
                <ns2:creationId id="{F01D6176-72FB-488A-82DA-4C705619BF6B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{{i037}}</a:t>
            </a:r>
          </a:p>
        </p:txBody>
      </p:sp>
      <p:sp>
        <p:nvSpPr>
          <p:cNvPr id="86" name="tpl-p08-image-03">
            <a:extLst>
              <a:ext uri="{FF2B5EF4-FFF2-40B4-BE49-F238E27FC236}">
                <ns2:creationId id="{655BAA84-9E67-489A-9FF1-32E94E9C88C2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{{i038}}</a:t>
            </a:r>
          </a:p>
        </p:txBody>
      </p:sp>
      <p:sp>
        <p:nvSpPr>
          <p:cNvPr id="87" name="tpl-p08-image-04">
            <a:extLst>
              <a:ext uri="{FF2B5EF4-FFF2-40B4-BE49-F238E27FC236}">
                <ns2:creationId id="{056DF9A8-2238-46B3-B59C-4D7B849A0047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{{i039}}</a:t>
            </a:r>
          </a:p>
        </p:txBody>
      </p:sp>
      <p:sp>
        <p:nvSpPr>
          <p:cNvPr id="88" name="tpl-p08-image-05">
            <a:extLst>
              <a:ext uri="{FF2B5EF4-FFF2-40B4-BE49-F238E27FC236}">
                <ns2:creationId id="{0E50183A-DAFF-4F2B-A9C9-5A10428889A4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{{i040}}</a:t>
            </a:r>
          </a:p>
        </p:txBody>
      </p:sp>
    </p:spTree>
    <p:extLst>
      <p:ext uri="{BB962C8B-B14F-4D97-AF65-F5344CB8AC3E}">
        <ns3:creationId val="34263942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3" name="tpl-p09-text-001">
            <a:extLst>
              <a:ext uri="{FF2B5EF4-FFF2-40B4-BE49-F238E27FC236}">
                <ns2:creationId id="{83100D2C-A716-4BEB-8607-5820FEF24836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09-text-002">
            <a:extLst>
              <a:ext uri="{FF2B5EF4-FFF2-40B4-BE49-F238E27FC236}">
                <ns2:creationId id="{125BE06A-C731-4B19-B7AF-4E8B59B3BCA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CE0000"/>
                </a:solidFill>
                <a:latin typeface="YuGothic"/>
                <a:ea typeface="YuGothic"/>
                <a:cs typeface="YuGothic"/>
              </a:rPr>
              <a:t>{{a}}｜反応率 TOP5</a:t>
            </a:r>
          </a:p>
        </p:txBody>
      </p:sp>
      <p:sp>
        <p:nvSpPr>
          <p:cNvPr id="3" name="tpl-p09-text-003">
            <a:extLst>
              <a:ext uri="{FF2B5EF4-FFF2-40B4-BE49-F238E27FC236}">
                <ns2:creationId id="{359DEB8C-1957-4C7A-AF6E-F6EF79E5C0A2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検索「{{q_a}}」 対象{{n141}}件</a:t>
            </a:r>
          </a:p>
        </p:txBody>
      </p:sp>
      <p:sp>
        <p:nvSpPr>
          <p:cNvPr id="4" name="tpl-p09-text-004">
            <a:extLst>
              <a:ext uri="{FF2B5EF4-FFF2-40B4-BE49-F238E27FC236}">
                <ns2:creationId id="{249F5552-D6A7-4A8C-BB2D-99F4B5AE8354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09 / 25</a:t>
            </a:r>
          </a:p>
        </p:txBody>
      </p:sp>
      <p:sp>
        <p:nvSpPr>
          <p:cNvPr id="5" name="tpl-p09-text-005">
            <a:extLst>
              <a:ext uri="{FF2B5EF4-FFF2-40B4-BE49-F238E27FC236}">
                <ns2:creationId id="{B39FAD0F-38C8-490D-8E16-6C2207BC9786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FDEEEE"/>
          </a:solidFill>
          <a:ln w="0">
            <a:noFill/>
          </a:ln>
        </p:spPr>
      </p:sp>
      <p:sp>
        <p:nvSpPr>
          <p:cNvPr id="6" name="tpl-p09-text-006">
            <a:extLst>
              <a:ext uri="{FF2B5EF4-FFF2-40B4-BE49-F238E27FC236}">
                <ns2:creationId id="{A588DDDF-B4B5-4073-B3A8-8FD1D8CB5DD8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CE0000"/>
                </a:solidFill>
                <a:latin typeface="YuGothic"/>
                <a:ea typeface="YuGothic"/>
                <a:cs typeface="YuGothic"/>
              </a:rPr>
              <a:t>反応率上位の特徴・自社で試す要素</a:t>
            </a:r>
          </a:p>
        </p:txBody>
      </p:sp>
      <p:sp>
        <p:nvSpPr>
          <p:cNvPr id="7" name="tpl-p09-text-007">
            <a:extLst>
              <a:ext uri="{FF2B5EF4-FFF2-40B4-BE49-F238E27FC236}">
                <ns2:creationId id="{2149B00B-517B-4A21-80F8-03D5E824BCE4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09-text-008">
            <a:extLst>
              <a:ext uri="{FF2B5EF4-FFF2-40B4-BE49-F238E27FC236}">
                <ns2:creationId id="{C60FF1EE-8FAF-4597-91F0-FE2E80E0FA71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{{t013}}</a:t>
            </a:r>
          </a:p>
        </p:txBody>
      </p:sp>
      <p:sp>
        <p:nvSpPr>
          <p:cNvPr id="9" name="tpl-p09-text-009">
            <a:extLst>
              <a:ext uri="{FF2B5EF4-FFF2-40B4-BE49-F238E27FC236}">
                <ns2:creationId id="{4B1E3E27-2E26-4D69-99F2-709F152125B2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09-text-010">
            <a:extLst>
              <a:ext uri="{FF2B5EF4-FFF2-40B4-BE49-F238E27FC236}">
                <ns2:creationId id="{D35102BC-B287-4E89-9DA8-BAA2882EDB09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{{t014}}</a:t>
            </a:r>
          </a:p>
        </p:txBody>
      </p:sp>
      <p:sp>
        <p:nvSpPr>
          <p:cNvPr id="11" name="tpl-p09-text-011">
            <a:extLst>
              <a:ext uri="{FF2B5EF4-FFF2-40B4-BE49-F238E27FC236}">
                <ns2:creationId id="{0CD7245C-5F0A-4121-B27B-BA1E8A6CC6F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09-text-012">
            <a:extLst>
              <a:ext uri="{FF2B5EF4-FFF2-40B4-BE49-F238E27FC236}">
                <ns2:creationId id="{3C4808E2-CCB6-4A24-9AAB-2D0A79729F64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pl-p09-text-014">
            <a:extLst>
              <a:ext uri="{FF2B5EF4-FFF2-40B4-BE49-F238E27FC236}">
                <ns2:creationId id="{C3130A12-1D83-4C38-B6AD-2C5FE2D5AE7B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{{a044}}</a:t>
            </a:r>
          </a:p>
        </p:txBody>
      </p:sp>
      <p:sp>
        <p:nvSpPr>
          <p:cNvPr id="16" name="tpl-p09-text-015">
            <a:extLst>
              <a:ext uri="{FF2B5EF4-FFF2-40B4-BE49-F238E27FC236}">
                <ns2:creationId id="{95F1B1CC-0DD9-47FF-8366-F642979AD6EB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{{n142}}</a:t>
            </a:r>
          </a:p>
        </p:txBody>
      </p:sp>
      <p:sp>
        <p:nvSpPr>
          <p:cNvPr id="17" name="tpl-p09-text-016">
            <a:extLst>
              <a:ext uri="{FF2B5EF4-FFF2-40B4-BE49-F238E27FC236}">
                <ns2:creationId id="{A8CB6BBA-D028-4A39-89D5-A09FE6FBD89F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{{n143}} 回</a:t>
            </a:r>
          </a:p>
        </p:txBody>
      </p:sp>
      <p:sp>
        <p:nvSpPr>
          <p:cNvPr id="18" name="tpl-p09-text-017">
            <a:extLst>
              <a:ext uri="{FF2B5EF4-FFF2-40B4-BE49-F238E27FC236}">
                <ns2:creationId id="{281996EE-7625-4586-BD68-0B4D098868D8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19" name="tpl-p09-text-018">
            <a:extLst>
              <a:ext uri="{FF2B5EF4-FFF2-40B4-BE49-F238E27FC236}">
                <ns2:creationId id="{2B87115C-292B-455D-B8BE-A1C1C5E621B0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{{n144}}</a:t>
            </a:r>
          </a:p>
        </p:txBody>
      </p:sp>
      <p:sp>
        <p:nvSpPr>
          <p:cNvPr id="20" name="tpl-p09-text-019">
            <a:extLst>
              <a:ext uri="{FF2B5EF4-FFF2-40B4-BE49-F238E27FC236}">
                <ns2:creationId id="{EDC378B3-49C1-4CF1-8092-DC0A58BD0001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1" name="tpl-p09-text-020">
            <a:extLst>
              <a:ext uri="{FF2B5EF4-FFF2-40B4-BE49-F238E27FC236}">
                <ns2:creationId id="{5FBF53FA-E99E-47DD-B877-1F19EC29FD7C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{{n145}}</a:t>
            </a:r>
          </a:p>
        </p:txBody>
      </p:sp>
      <p:sp>
        <p:nvSpPr>
          <p:cNvPr id="22" name="tpl-p09-text-021">
            <a:extLst>
              <a:ext uri="{FF2B5EF4-FFF2-40B4-BE49-F238E27FC236}">
                <ns2:creationId id="{1CA04D61-05AC-43B3-989F-55B7DAFCF6EB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3" name="tpl-p09-text-022">
            <a:extLst>
              <a:ext uri="{FF2B5EF4-FFF2-40B4-BE49-F238E27FC236}">
                <ns2:creationId id="{6758F86C-E628-4A4A-BBAA-8A018BF9A3CE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{{n146}}</a:t>
            </a:r>
          </a:p>
        </p:txBody>
      </p:sp>
      <p:sp>
        <p:nvSpPr>
          <p:cNvPr id="24" name="tpl-p09-text-023">
            <a:extLst>
              <a:ext uri="{FF2B5EF4-FFF2-40B4-BE49-F238E27FC236}">
                <ns2:creationId id="{BEB7CC50-AAB7-45F0-842A-C94A090F92A4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25" name="tpl-p09-text-024">
            <a:extLst>
              <a:ext uri="{FF2B5EF4-FFF2-40B4-BE49-F238E27FC236}">
                <ns2:creationId id="{4F762765-2E61-46B7-92FA-6229E0BED7D6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{{n147}}</a:t>
            </a:r>
          </a:p>
        </p:txBody>
      </p:sp>
      <p:sp>
        <p:nvSpPr>
          <p:cNvPr id="26" name="tpl-p09-text-025">
            <a:extLst>
              <a:ext uri="{FF2B5EF4-FFF2-40B4-BE49-F238E27FC236}">
                <ns2:creationId id="{204109DA-FAB4-43AA-A3A9-95D785367425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7" name="tpl-p09-text-026">
            <a:extLst>
              <a:ext uri="{FF2B5EF4-FFF2-40B4-BE49-F238E27FC236}">
                <ns2:creationId id="{D910C69F-A58E-437D-90B3-DC17AB0ADC17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" name="tpl-p09-text-027">
            <a:extLst>
              <a:ext uri="{FF2B5EF4-FFF2-40B4-BE49-F238E27FC236}">
                <ns2:creationId id="{5916FE86-E881-42F2-91D9-5CC6297E3D7E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{{a045}}</a:t>
            </a:r>
          </a:p>
        </p:txBody>
      </p:sp>
      <p:sp>
        <p:nvSpPr>
          <p:cNvPr id="30" name="tpl-p09-text-028">
            <a:extLst>
              <a:ext uri="{FF2B5EF4-FFF2-40B4-BE49-F238E27FC236}">
                <ns2:creationId id="{F5655B9D-B397-4CDF-A22D-97F469E734F2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{{n148}}</a:t>
            </a:r>
          </a:p>
        </p:txBody>
      </p:sp>
      <p:sp>
        <p:nvSpPr>
          <p:cNvPr id="31" name="tpl-p09-text-029">
            <a:extLst>
              <a:ext uri="{FF2B5EF4-FFF2-40B4-BE49-F238E27FC236}">
                <ns2:creationId id="{10F954C5-5C4C-4202-9766-54A87FF2DC99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{{n149}} 回</a:t>
            </a:r>
          </a:p>
        </p:txBody>
      </p:sp>
      <p:sp>
        <p:nvSpPr>
          <p:cNvPr id="32" name="tpl-p09-text-030">
            <a:extLst>
              <a:ext uri="{FF2B5EF4-FFF2-40B4-BE49-F238E27FC236}">
                <ns2:creationId id="{74145BE9-6B68-489B-84ED-8093E194BEBF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3" name="tpl-p09-text-031">
            <a:extLst>
              <a:ext uri="{FF2B5EF4-FFF2-40B4-BE49-F238E27FC236}">
                <ns2:creationId id="{5E6F6DC8-F4C5-443E-A5B4-B065E6F68348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{{n150}}</a:t>
            </a:r>
          </a:p>
        </p:txBody>
      </p:sp>
      <p:sp>
        <p:nvSpPr>
          <p:cNvPr id="34" name="tpl-p09-text-032">
            <a:extLst>
              <a:ext uri="{FF2B5EF4-FFF2-40B4-BE49-F238E27FC236}">
                <ns2:creationId id="{321B5CAB-5C69-4366-87DB-6B7AD68D7B3F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5" name="tpl-p09-text-033">
            <a:extLst>
              <a:ext uri="{FF2B5EF4-FFF2-40B4-BE49-F238E27FC236}">
                <ns2:creationId id="{6F0F20A1-8E0E-4CD0-A384-865C4848E172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{{n151}}</a:t>
            </a:r>
          </a:p>
        </p:txBody>
      </p:sp>
      <p:sp>
        <p:nvSpPr>
          <p:cNvPr id="36" name="tpl-p09-text-034">
            <a:extLst>
              <a:ext uri="{FF2B5EF4-FFF2-40B4-BE49-F238E27FC236}">
                <ns2:creationId id="{4858D9D6-CACA-4C06-A5FD-535049762D31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7" name="tpl-p09-text-035">
            <a:extLst>
              <a:ext uri="{FF2B5EF4-FFF2-40B4-BE49-F238E27FC236}">
                <ns2:creationId id="{EF66A61C-F8E8-454C-B2CC-CA374DA7E72E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{{n152}}</a:t>
            </a:r>
          </a:p>
        </p:txBody>
      </p:sp>
      <p:sp>
        <p:nvSpPr>
          <p:cNvPr id="38" name="tpl-p09-text-036">
            <a:extLst>
              <a:ext uri="{FF2B5EF4-FFF2-40B4-BE49-F238E27FC236}">
                <ns2:creationId id="{15C5CBB7-05FB-4476-BAFE-163ED8E216AA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39" name="tpl-p09-text-037">
            <a:extLst>
              <a:ext uri="{FF2B5EF4-FFF2-40B4-BE49-F238E27FC236}">
                <ns2:creationId id="{275A6A67-55D1-49FB-A9A8-B9E9131B3CB7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{{n153}}</a:t>
            </a:r>
          </a:p>
        </p:txBody>
      </p:sp>
      <p:sp>
        <p:nvSpPr>
          <p:cNvPr id="40" name="tpl-p09-text-038">
            <a:extLst>
              <a:ext uri="{FF2B5EF4-FFF2-40B4-BE49-F238E27FC236}">
                <ns2:creationId id="{0A363067-05F9-456B-BE6B-AA5DC42E1E41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1" name="tpl-p09-text-039">
            <a:extLst>
              <a:ext uri="{FF2B5EF4-FFF2-40B4-BE49-F238E27FC236}">
                <ns2:creationId id="{5B4C89AB-16F6-466A-BBFD-9B76EDAC1D6B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3" name="tpl-p09-text-040">
            <a:extLst>
              <a:ext uri="{FF2B5EF4-FFF2-40B4-BE49-F238E27FC236}">
                <ns2:creationId id="{EDCC062F-97A4-439E-84B5-523A74F9718B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{{a046}}</a:t>
            </a:r>
          </a:p>
        </p:txBody>
      </p:sp>
      <p:sp>
        <p:nvSpPr>
          <p:cNvPr id="44" name="tpl-p09-text-041">
            <a:extLst>
              <a:ext uri="{FF2B5EF4-FFF2-40B4-BE49-F238E27FC236}">
                <ns2:creationId id="{23C95A06-50F5-4378-884E-D4FA3737B83E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{{n154}}</a:t>
            </a:r>
          </a:p>
        </p:txBody>
      </p:sp>
      <p:sp>
        <p:nvSpPr>
          <p:cNvPr id="45" name="tpl-p09-text-042">
            <a:extLst>
              <a:ext uri="{FF2B5EF4-FFF2-40B4-BE49-F238E27FC236}">
                <ns2:creationId id="{A499E7C0-6BA1-4C3B-8A99-9347563B6D18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{{n155}} 回</a:t>
            </a:r>
          </a:p>
        </p:txBody>
      </p:sp>
      <p:sp>
        <p:nvSpPr>
          <p:cNvPr id="46" name="tpl-p09-text-043">
            <a:extLst>
              <a:ext uri="{FF2B5EF4-FFF2-40B4-BE49-F238E27FC236}">
                <ns2:creationId id="{31DFD006-1A5A-4BBB-863E-595C17123C5E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7" name="tpl-p09-text-044">
            <a:extLst>
              <a:ext uri="{FF2B5EF4-FFF2-40B4-BE49-F238E27FC236}">
                <ns2:creationId id="{C3470A39-FAB5-4DC5-A197-BD2992F46F57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{{n156}}</a:t>
            </a:r>
          </a:p>
        </p:txBody>
      </p:sp>
      <p:sp>
        <p:nvSpPr>
          <p:cNvPr id="48" name="tpl-p09-text-045">
            <a:extLst>
              <a:ext uri="{FF2B5EF4-FFF2-40B4-BE49-F238E27FC236}">
                <ns2:creationId id="{3A0381E3-2E4E-4471-93F1-CFF8A7EE3F17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49" name="tpl-p09-text-046">
            <a:extLst>
              <a:ext uri="{FF2B5EF4-FFF2-40B4-BE49-F238E27FC236}">
                <ns2:creationId id="{635E3450-4F37-41B8-BC99-B1BAC7D4BDFD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{{n157}}</a:t>
            </a:r>
          </a:p>
        </p:txBody>
      </p:sp>
      <p:sp>
        <p:nvSpPr>
          <p:cNvPr id="50" name="tpl-p09-text-047">
            <a:extLst>
              <a:ext uri="{FF2B5EF4-FFF2-40B4-BE49-F238E27FC236}">
                <ns2:creationId id="{645CB886-FA4F-4167-93CE-A9E85DCA9223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1" name="tpl-p09-text-048">
            <a:extLst>
              <a:ext uri="{FF2B5EF4-FFF2-40B4-BE49-F238E27FC236}">
                <ns2:creationId id="{048E924C-7004-4ED0-9D17-ED76CB67E7FB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{{n158}}</a:t>
            </a:r>
          </a:p>
        </p:txBody>
      </p:sp>
      <p:sp>
        <p:nvSpPr>
          <p:cNvPr id="52" name="tpl-p09-text-049">
            <a:extLst>
              <a:ext uri="{FF2B5EF4-FFF2-40B4-BE49-F238E27FC236}">
                <ns2:creationId id="{729CB8E1-E472-46DE-A0DD-F7FD3B960B7F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53" name="tpl-p09-text-050">
            <a:extLst>
              <a:ext uri="{FF2B5EF4-FFF2-40B4-BE49-F238E27FC236}">
                <ns2:creationId id="{C0ED9F0B-E790-4AAF-9335-87DAE88E9B4A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{{n159}}</a:t>
            </a:r>
          </a:p>
        </p:txBody>
      </p:sp>
      <p:sp>
        <p:nvSpPr>
          <p:cNvPr id="54" name="tpl-p09-text-051">
            <a:extLst>
              <a:ext uri="{FF2B5EF4-FFF2-40B4-BE49-F238E27FC236}">
                <ns2:creationId id="{970598EF-E00F-48F8-BDFA-1518E24C97B5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5" name="tpl-p09-text-052">
            <a:extLst>
              <a:ext uri="{FF2B5EF4-FFF2-40B4-BE49-F238E27FC236}">
                <ns2:creationId id="{ACDA54AC-7892-44C3-BBB2-ABE5BE162260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7" name="tpl-p09-text-053">
            <a:extLst>
              <a:ext uri="{FF2B5EF4-FFF2-40B4-BE49-F238E27FC236}">
                <ns2:creationId id="{79D8467D-EDBA-4448-A7E8-3D1307E69556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{{a047}}</a:t>
            </a:r>
          </a:p>
        </p:txBody>
      </p:sp>
      <p:sp>
        <p:nvSpPr>
          <p:cNvPr id="58" name="tpl-p09-text-054">
            <a:extLst>
              <a:ext uri="{FF2B5EF4-FFF2-40B4-BE49-F238E27FC236}">
                <ns2:creationId id="{70938C07-7DFF-4C61-AE10-276CC2161E8C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{{n160}}</a:t>
            </a:r>
          </a:p>
        </p:txBody>
      </p:sp>
      <p:sp>
        <p:nvSpPr>
          <p:cNvPr id="59" name="tpl-p09-text-055">
            <a:extLst>
              <a:ext uri="{FF2B5EF4-FFF2-40B4-BE49-F238E27FC236}">
                <ns2:creationId id="{8D6A817D-1C45-45CD-94AF-4650EE222951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{{n161}} 回</a:t>
            </a:r>
          </a:p>
        </p:txBody>
      </p:sp>
      <p:sp>
        <p:nvSpPr>
          <p:cNvPr id="60" name="tpl-p09-text-056">
            <a:extLst>
              <a:ext uri="{FF2B5EF4-FFF2-40B4-BE49-F238E27FC236}">
                <ns2:creationId id="{9850EDE0-65F5-49DD-891C-6B4334F573CB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1" name="tpl-p09-text-057">
            <a:extLst>
              <a:ext uri="{FF2B5EF4-FFF2-40B4-BE49-F238E27FC236}">
                <ns2:creationId id="{C36C516D-4EFE-47E6-AA64-FF72E434D4CC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{{n162}}</a:t>
            </a:r>
          </a:p>
        </p:txBody>
      </p:sp>
      <p:sp>
        <p:nvSpPr>
          <p:cNvPr id="62" name="tpl-p09-text-058">
            <a:extLst>
              <a:ext uri="{FF2B5EF4-FFF2-40B4-BE49-F238E27FC236}">
                <ns2:creationId id="{F753B2D5-C25F-4C66-AF7D-A9922D07724A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3" name="tpl-p09-text-059">
            <a:extLst>
              <a:ext uri="{FF2B5EF4-FFF2-40B4-BE49-F238E27FC236}">
                <ns2:creationId id="{554F9B9B-2CC3-4A2A-AEB5-89304D939B61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{{n163}}</a:t>
            </a:r>
          </a:p>
        </p:txBody>
      </p:sp>
      <p:sp>
        <p:nvSpPr>
          <p:cNvPr id="64" name="tpl-p09-text-060">
            <a:extLst>
              <a:ext uri="{FF2B5EF4-FFF2-40B4-BE49-F238E27FC236}">
                <ns2:creationId id="{9B8513DD-1678-45E9-8D09-0E1141D3700A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5" name="tpl-p09-text-061">
            <a:extLst>
              <a:ext uri="{FF2B5EF4-FFF2-40B4-BE49-F238E27FC236}">
                <ns2:creationId id="{166BF47D-47E5-411A-8AF7-B590F3AC2D21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{{n164}}</a:t>
            </a:r>
          </a:p>
        </p:txBody>
      </p:sp>
      <p:sp>
        <p:nvSpPr>
          <p:cNvPr id="66" name="tpl-p09-text-062">
            <a:extLst>
              <a:ext uri="{FF2B5EF4-FFF2-40B4-BE49-F238E27FC236}">
                <ns2:creationId id="{99B8A519-5149-49E7-9506-4AA7A35A3441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67" name="tpl-p09-text-063">
            <a:extLst>
              <a:ext uri="{FF2B5EF4-FFF2-40B4-BE49-F238E27FC236}">
                <ns2:creationId id="{BE80A324-DC38-4FA8-9459-2E653CB01607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{{n165}}</a:t>
            </a:r>
          </a:p>
        </p:txBody>
      </p:sp>
      <p:sp>
        <p:nvSpPr>
          <p:cNvPr id="68" name="tpl-p09-text-064">
            <a:extLst>
              <a:ext uri="{FF2B5EF4-FFF2-40B4-BE49-F238E27FC236}">
                <ns2:creationId id="{9D33A7B7-8A0B-4DBD-B88A-AAC791B744AF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9" name="tpl-p09-text-065">
            <a:extLst>
              <a:ext uri="{FF2B5EF4-FFF2-40B4-BE49-F238E27FC236}">
                <ns2:creationId id="{23ADCA93-2ED6-493A-B143-E34C6176C352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2" name="tpl-p09-text-067">
            <a:extLst>
              <a:ext uri="{FF2B5EF4-FFF2-40B4-BE49-F238E27FC236}">
                <ns2:creationId id="{F23EA305-0707-4360-BF38-DF0F2DD16A58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{{a048}}</a:t>
            </a:r>
          </a:p>
        </p:txBody>
      </p:sp>
      <p:sp>
        <p:nvSpPr>
          <p:cNvPr id="73" name="tpl-p09-text-068">
            <a:extLst>
              <a:ext uri="{FF2B5EF4-FFF2-40B4-BE49-F238E27FC236}">
                <ns2:creationId id="{1D4FC541-F3A1-4EE2-A900-9AF9AFDF2F62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{{n166}}</a:t>
            </a:r>
          </a:p>
        </p:txBody>
      </p:sp>
      <p:sp>
        <p:nvSpPr>
          <p:cNvPr id="74" name="tpl-p09-text-069">
            <a:extLst>
              <a:ext uri="{FF2B5EF4-FFF2-40B4-BE49-F238E27FC236}">
                <ns2:creationId id="{3FD0700C-31EF-4CBA-98A4-ABFE543E47C2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{{n167}} 回</a:t>
            </a:r>
          </a:p>
        </p:txBody>
      </p:sp>
      <p:sp>
        <p:nvSpPr>
          <p:cNvPr id="75" name="tpl-p09-text-070">
            <a:extLst>
              <a:ext uri="{FF2B5EF4-FFF2-40B4-BE49-F238E27FC236}">
                <ns2:creationId id="{844AFFAE-E657-460C-986F-52570277013D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6" name="tpl-p09-text-071">
            <a:extLst>
              <a:ext uri="{FF2B5EF4-FFF2-40B4-BE49-F238E27FC236}">
                <ns2:creationId id="{68604DEC-965C-467F-8E5A-8FDB9BDBCA2F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{{n168}}</a:t>
            </a:r>
          </a:p>
        </p:txBody>
      </p:sp>
      <p:sp>
        <p:nvSpPr>
          <p:cNvPr id="77" name="tpl-p09-text-072">
            <a:extLst>
              <a:ext uri="{FF2B5EF4-FFF2-40B4-BE49-F238E27FC236}">
                <ns2:creationId id="{986DF470-7D4F-4DAF-A4FA-3B9BF144D420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8" name="tpl-p09-text-073">
            <a:extLst>
              <a:ext uri="{FF2B5EF4-FFF2-40B4-BE49-F238E27FC236}">
                <ns2:creationId id="{F35B698C-6108-40AA-9960-9BF17A1FE00A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{{n169}}</a:t>
            </a:r>
          </a:p>
        </p:txBody>
      </p:sp>
      <p:sp>
        <p:nvSpPr>
          <p:cNvPr id="79" name="tpl-p09-text-074">
            <a:extLst>
              <a:ext uri="{FF2B5EF4-FFF2-40B4-BE49-F238E27FC236}">
                <ns2:creationId id="{F59F88AB-F2E5-4B7F-8DC3-C86328DE088B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80" name="tpl-p09-text-075">
            <a:extLst>
              <a:ext uri="{FF2B5EF4-FFF2-40B4-BE49-F238E27FC236}">
                <ns2:creationId id="{AA33423C-0823-43B5-B3F4-1BB834043915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{{n170}}</a:t>
            </a:r>
          </a:p>
        </p:txBody>
      </p:sp>
      <p:sp>
        <p:nvSpPr>
          <p:cNvPr id="81" name="tpl-p09-text-076">
            <a:extLst>
              <a:ext uri="{FF2B5EF4-FFF2-40B4-BE49-F238E27FC236}">
                <ns2:creationId id="{FAF8B63E-6713-4DCA-8A1C-FEED3E98E2F0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82" name="tpl-p09-text-077">
            <a:extLst>
              <a:ext uri="{FF2B5EF4-FFF2-40B4-BE49-F238E27FC236}">
                <ns2:creationId id="{D762589D-18EF-4DE8-B9C6-6DD614A9C0F0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{{n171}}</a:t>
            </a:r>
          </a:p>
        </p:txBody>
      </p:sp>
      <p:sp>
        <p:nvSpPr>
          <p:cNvPr id="84" name="tpl-p09-image-01">
            <a:extLst>
              <a:ext uri="{FF2B5EF4-FFF2-40B4-BE49-F238E27FC236}">
                <ns2:creationId id="{7030DDAB-7546-4012-B327-8BC2F4CD28B4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{{i041}}</a:t>
            </a:r>
          </a:p>
        </p:txBody>
      </p:sp>
      <p:sp>
        <p:nvSpPr>
          <p:cNvPr id="85" name="tpl-p09-image-02">
            <a:extLst>
              <a:ext uri="{FF2B5EF4-FFF2-40B4-BE49-F238E27FC236}">
                <ns2:creationId id="{B3F37F6F-DE74-4309-9960-AB486F659DBB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{{i042}}</a:t>
            </a:r>
          </a:p>
        </p:txBody>
      </p:sp>
      <p:sp>
        <p:nvSpPr>
          <p:cNvPr id="86" name="tpl-p09-image-03">
            <a:extLst>
              <a:ext uri="{FF2B5EF4-FFF2-40B4-BE49-F238E27FC236}">
                <ns2:creationId id="{77AC8A42-7C28-442B-A582-7D021A2367A9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{{i043}}</a:t>
            </a:r>
          </a:p>
        </p:txBody>
      </p:sp>
      <p:sp>
        <p:nvSpPr>
          <p:cNvPr id="87" name="tpl-p09-image-04">
            <a:extLst>
              <a:ext uri="{FF2B5EF4-FFF2-40B4-BE49-F238E27FC236}">
                <ns2:creationId id="{B3ECCBF3-33B1-48A3-AE10-372A412CFB40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{{i044}}</a:t>
            </a:r>
          </a:p>
        </p:txBody>
      </p:sp>
      <p:sp>
        <p:nvSpPr>
          <p:cNvPr id="88" name="tpl-p09-image-05">
            <a:extLst>
              <a:ext uri="{FF2B5EF4-FFF2-40B4-BE49-F238E27FC236}">
                <ns2:creationId id="{8D4CC995-A9C0-469E-A77E-33E4DB20764F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{{i045}}</a:t>
            </a:r>
          </a:p>
        </p:txBody>
      </p:sp>
    </p:spTree>
    <p:extLst>
      <p:ext uri="{BB962C8B-B14F-4D97-AF65-F5344CB8AC3E}">
        <ns3:creationId val="18243614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3" name="tpl-p10-text-001">
            <a:extLst>
              <a:ext uri="{FF2B5EF4-FFF2-40B4-BE49-F238E27FC236}">
                <ns2:creationId id="{A560A7A3-CEEF-4701-9F98-9B0116746472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0-text-002">
            <a:extLst>
              <a:ext uri="{FF2B5EF4-FFF2-40B4-BE49-F238E27FC236}">
                <ns2:creationId id="{5F5001A6-6B28-4D93-A97F-A09D66EE2A7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115A36"/>
                </a:solidFill>
                <a:latin typeface="YuGothic"/>
                <a:ea typeface="YuGothic"/>
                <a:cs typeface="YuGothic"/>
              </a:rPr>
              <a:t>{{a}}｜保存数 TOP5</a:t>
            </a:r>
          </a:p>
        </p:txBody>
      </p:sp>
      <p:sp>
        <p:nvSpPr>
          <p:cNvPr id="3" name="tpl-p10-text-003">
            <a:extLst>
              <a:ext uri="{FF2B5EF4-FFF2-40B4-BE49-F238E27FC236}">
                <ns2:creationId id="{75A83EB5-4886-45DD-96C1-2D7830375F03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検索「{{q_a}}」 対象{{n172}}件</a:t>
            </a:r>
          </a:p>
        </p:txBody>
      </p:sp>
      <p:sp>
        <p:nvSpPr>
          <p:cNvPr id="4" name="tpl-p10-text-004">
            <a:extLst>
              <a:ext uri="{FF2B5EF4-FFF2-40B4-BE49-F238E27FC236}">
                <ns2:creationId id="{D19F045D-11C5-4214-8A34-6591646A33C0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10 / 25</a:t>
            </a:r>
          </a:p>
        </p:txBody>
      </p:sp>
      <p:sp>
        <p:nvSpPr>
          <p:cNvPr id="5" name="tpl-p10-text-005">
            <a:extLst>
              <a:ext uri="{FF2B5EF4-FFF2-40B4-BE49-F238E27FC236}">
                <ns2:creationId id="{8BF2D6AE-D3E3-464A-9CD0-BC9F635DC07D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E6F5EC"/>
          </a:solidFill>
          <a:ln w="0">
            <a:noFill/>
          </a:ln>
        </p:spPr>
      </p:sp>
      <p:sp>
        <p:nvSpPr>
          <p:cNvPr id="6" name="tpl-p10-text-006">
            <a:extLst>
              <a:ext uri="{FF2B5EF4-FFF2-40B4-BE49-F238E27FC236}">
                <ns2:creationId id="{B9E14611-BFEF-45BA-B365-E51A60B0F823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115A36"/>
                </a:solidFill>
                <a:latin typeface="YuGothic"/>
                <a:ea typeface="YuGothic"/>
                <a:cs typeface="YuGothic"/>
              </a:rPr>
              <a:t>保存数上位の特徴・自社で試す要素</a:t>
            </a:r>
          </a:p>
        </p:txBody>
      </p:sp>
      <p:sp>
        <p:nvSpPr>
          <p:cNvPr id="7" name="tpl-p10-text-007">
            <a:extLst>
              <a:ext uri="{FF2B5EF4-FFF2-40B4-BE49-F238E27FC236}">
                <ns2:creationId id="{EC8F23C2-2087-4F9A-985C-A49F72F7D8F0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10-text-008">
            <a:extLst>
              <a:ext uri="{FF2B5EF4-FFF2-40B4-BE49-F238E27FC236}">
                <ns2:creationId id="{EA33EE76-AABE-4E95-8503-A85B4D9CF8C9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{{t015}}</a:t>
            </a:r>
          </a:p>
        </p:txBody>
      </p:sp>
      <p:sp>
        <p:nvSpPr>
          <p:cNvPr id="9" name="tpl-p10-text-009">
            <a:extLst>
              <a:ext uri="{FF2B5EF4-FFF2-40B4-BE49-F238E27FC236}">
                <ns2:creationId id="{BC31B91E-46E8-4610-ABE3-39AFF0DF19DB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10-text-010">
            <a:extLst>
              <a:ext uri="{FF2B5EF4-FFF2-40B4-BE49-F238E27FC236}">
                <ns2:creationId id="{5AE0DDF9-8986-4389-95F4-215BB20514EF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{{t016}}</a:t>
            </a:r>
          </a:p>
        </p:txBody>
      </p:sp>
      <p:sp>
        <p:nvSpPr>
          <p:cNvPr id="11" name="tpl-p10-text-011">
            <a:extLst>
              <a:ext uri="{FF2B5EF4-FFF2-40B4-BE49-F238E27FC236}">
                <ns2:creationId id="{EBD08404-4A64-4B49-8815-224F86324CF2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10-text-012">
            <a:extLst>
              <a:ext uri="{FF2B5EF4-FFF2-40B4-BE49-F238E27FC236}">
                <ns2:creationId id="{31BC473B-E535-4E62-98FA-35097F659675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10-text-013">
            <a:extLst>
              <a:ext uri="{FF2B5EF4-FFF2-40B4-BE49-F238E27FC236}">
                <ns2:creationId id="{134FF146-9DFC-418B-AEBA-21E400A8EE2E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{{a049}}</a:t>
            </a:r>
          </a:p>
        </p:txBody>
      </p:sp>
      <p:sp>
        <p:nvSpPr>
          <p:cNvPr id="15" name="tpl-p10-text-014">
            <a:extLst>
              <a:ext uri="{FF2B5EF4-FFF2-40B4-BE49-F238E27FC236}">
                <ns2:creationId id="{87104B58-C7D5-4385-B36E-57BE1344F5FB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{{n173}}</a:t>
            </a:r>
          </a:p>
        </p:txBody>
      </p:sp>
      <p:sp>
        <p:nvSpPr>
          <p:cNvPr id="16" name="tpl-p10-text-015">
            <a:extLst>
              <a:ext uri="{FF2B5EF4-FFF2-40B4-BE49-F238E27FC236}">
                <ns2:creationId id="{30CA3906-BF54-42E0-8B70-947574FE8328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17" name="tpl-p10-text-016">
            <a:extLst>
              <a:ext uri="{FF2B5EF4-FFF2-40B4-BE49-F238E27FC236}">
                <ns2:creationId id="{DB603F12-0267-48C8-BB68-E2E80DF41E28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18" name="tpl-p10-text-017">
            <a:extLst>
              <a:ext uri="{FF2B5EF4-FFF2-40B4-BE49-F238E27FC236}">
                <ns2:creationId id="{CFEA6F1A-A69A-4590-B190-5B5DC14238C2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{{n174}}</a:t>
            </a:r>
          </a:p>
        </p:txBody>
      </p:sp>
      <p:sp>
        <p:nvSpPr>
          <p:cNvPr id="19" name="tpl-p10-text-018">
            <a:extLst>
              <a:ext uri="{FF2B5EF4-FFF2-40B4-BE49-F238E27FC236}">
                <ns2:creationId id="{358A3EF6-5758-42D2-BB19-5F43CB0E2D39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20" name="tpl-p10-text-019">
            <a:extLst>
              <a:ext uri="{FF2B5EF4-FFF2-40B4-BE49-F238E27FC236}">
                <ns2:creationId id="{73F25292-6081-4651-A62D-3F76FFD16E3A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{{n175}}</a:t>
            </a:r>
          </a:p>
        </p:txBody>
      </p:sp>
      <p:sp>
        <p:nvSpPr>
          <p:cNvPr id="21" name="tpl-p10-text-020">
            <a:extLst>
              <a:ext uri="{FF2B5EF4-FFF2-40B4-BE49-F238E27FC236}">
                <ns2:creationId id="{29B1045E-7CCA-4390-84A6-F26080B8BACE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2" name="tpl-p10-text-021">
            <a:extLst>
              <a:ext uri="{FF2B5EF4-FFF2-40B4-BE49-F238E27FC236}">
                <ns2:creationId id="{76355D39-D94F-4711-A2DE-3EE05922E3A0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{{n176}}</a:t>
            </a:r>
          </a:p>
        </p:txBody>
      </p:sp>
      <p:sp>
        <p:nvSpPr>
          <p:cNvPr id="23" name="tpl-p10-text-022">
            <a:extLst>
              <a:ext uri="{FF2B5EF4-FFF2-40B4-BE49-F238E27FC236}">
                <ns2:creationId id="{40B99A6B-5E16-4BDB-8FDE-51FB90AD0569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4" name="tpl-p10-text-023">
            <a:extLst>
              <a:ext uri="{FF2B5EF4-FFF2-40B4-BE49-F238E27FC236}">
                <ns2:creationId id="{F109B56E-D253-4897-A488-BCDEF04004E9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{{n177}}</a:t>
            </a:r>
          </a:p>
        </p:txBody>
      </p:sp>
      <p:sp>
        <p:nvSpPr>
          <p:cNvPr id="25" name="tpl-p10-text-024">
            <a:extLst>
              <a:ext uri="{FF2B5EF4-FFF2-40B4-BE49-F238E27FC236}">
                <ns2:creationId id="{EA9AA410-949F-4803-8825-8F0C8161B990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10-text-025">
            <a:extLst>
              <a:ext uri="{FF2B5EF4-FFF2-40B4-BE49-F238E27FC236}">
                <ns2:creationId id="{B1E67A78-A9F5-4C56-96A0-E4C5743A2D36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10-text-026">
            <a:extLst>
              <a:ext uri="{FF2B5EF4-FFF2-40B4-BE49-F238E27FC236}">
                <ns2:creationId id="{07C4CF8C-F3E4-4BA9-A620-C7ABDD8F46C1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{{a050}}</a:t>
            </a:r>
          </a:p>
        </p:txBody>
      </p:sp>
      <p:sp>
        <p:nvSpPr>
          <p:cNvPr id="29" name="tpl-p10-text-027">
            <a:extLst>
              <a:ext uri="{FF2B5EF4-FFF2-40B4-BE49-F238E27FC236}">
                <ns2:creationId id="{16433CF7-50FE-45E2-8547-A5293AEADE38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{{n178}}</a:t>
            </a:r>
          </a:p>
        </p:txBody>
      </p:sp>
      <p:sp>
        <p:nvSpPr>
          <p:cNvPr id="30" name="tpl-p10-text-028">
            <a:extLst>
              <a:ext uri="{FF2B5EF4-FFF2-40B4-BE49-F238E27FC236}">
                <ns2:creationId id="{91A98B4F-229D-4E68-9AE2-AEFE054019C5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31" name="tpl-p10-text-029">
            <a:extLst>
              <a:ext uri="{FF2B5EF4-FFF2-40B4-BE49-F238E27FC236}">
                <ns2:creationId id="{0D356EBA-F7F2-4CDD-AC94-F6B71FDB40BD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32" name="tpl-p10-text-030">
            <a:extLst>
              <a:ext uri="{FF2B5EF4-FFF2-40B4-BE49-F238E27FC236}">
                <ns2:creationId id="{589ECEC1-B837-4F12-B676-0701C6D7C320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{{n179}}</a:t>
            </a:r>
          </a:p>
        </p:txBody>
      </p:sp>
      <p:sp>
        <p:nvSpPr>
          <p:cNvPr id="33" name="tpl-p10-text-031">
            <a:extLst>
              <a:ext uri="{FF2B5EF4-FFF2-40B4-BE49-F238E27FC236}">
                <ns2:creationId id="{4D1142B4-1DEF-4649-BC83-EEFE739A8DAF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4" name="tpl-p10-text-032">
            <a:extLst>
              <a:ext uri="{FF2B5EF4-FFF2-40B4-BE49-F238E27FC236}">
                <ns2:creationId id="{8EF908E2-6BAF-4A45-A101-4D70E60F1EA7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{{n180}}</a:t>
            </a:r>
          </a:p>
        </p:txBody>
      </p:sp>
      <p:sp>
        <p:nvSpPr>
          <p:cNvPr id="35" name="tpl-p10-text-033">
            <a:extLst>
              <a:ext uri="{FF2B5EF4-FFF2-40B4-BE49-F238E27FC236}">
                <ns2:creationId id="{C2C8F533-6BAA-43CA-AFBA-6565CC47D3F5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6" name="tpl-p10-text-034">
            <a:extLst>
              <a:ext uri="{FF2B5EF4-FFF2-40B4-BE49-F238E27FC236}">
                <ns2:creationId id="{21A72DDD-E24E-4463-B88A-B329673EC7AF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{{n181}}</a:t>
            </a:r>
          </a:p>
        </p:txBody>
      </p:sp>
      <p:sp>
        <p:nvSpPr>
          <p:cNvPr id="37" name="tpl-p10-text-035">
            <a:extLst>
              <a:ext uri="{FF2B5EF4-FFF2-40B4-BE49-F238E27FC236}">
                <ns2:creationId id="{37BFC408-7280-4D2F-923D-ECA87850E114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8" name="tpl-p10-text-036">
            <a:extLst>
              <a:ext uri="{FF2B5EF4-FFF2-40B4-BE49-F238E27FC236}">
                <ns2:creationId id="{51EF0BDC-1397-41FD-B3AA-D354219DCA45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{{n182}}</a:t>
            </a:r>
          </a:p>
        </p:txBody>
      </p:sp>
      <p:sp>
        <p:nvSpPr>
          <p:cNvPr id="39" name="tpl-p10-text-037">
            <a:extLst>
              <a:ext uri="{FF2B5EF4-FFF2-40B4-BE49-F238E27FC236}">
                <ns2:creationId id="{1B7F6CAA-6C83-4475-BE89-5A1F86AA2066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10-text-038">
            <a:extLst>
              <a:ext uri="{FF2B5EF4-FFF2-40B4-BE49-F238E27FC236}">
                <ns2:creationId id="{9E77294F-748F-493B-B2DB-0AB978002F73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10-text-039">
            <a:extLst>
              <a:ext uri="{FF2B5EF4-FFF2-40B4-BE49-F238E27FC236}">
                <ns2:creationId id="{9D391846-8865-4027-BC4E-AAB148E57381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{{a051}}</a:t>
            </a:r>
          </a:p>
        </p:txBody>
      </p:sp>
      <p:sp>
        <p:nvSpPr>
          <p:cNvPr id="43" name="tpl-p10-text-040">
            <a:extLst>
              <a:ext uri="{FF2B5EF4-FFF2-40B4-BE49-F238E27FC236}">
                <ns2:creationId id="{C511D50E-7A18-4D58-B24F-EBE966DA384F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{{n183}}</a:t>
            </a:r>
          </a:p>
        </p:txBody>
      </p:sp>
      <p:sp>
        <p:nvSpPr>
          <p:cNvPr id="44" name="tpl-p10-text-041">
            <a:extLst>
              <a:ext uri="{FF2B5EF4-FFF2-40B4-BE49-F238E27FC236}">
                <ns2:creationId id="{BB052762-29EB-455F-B4C7-0665CF3F404C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45" name="tpl-p10-text-042">
            <a:extLst>
              <a:ext uri="{FF2B5EF4-FFF2-40B4-BE49-F238E27FC236}">
                <ns2:creationId id="{978F25BE-308A-47F3-B178-73ED8D3B1C6A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46" name="tpl-p10-text-043">
            <a:extLst>
              <a:ext uri="{FF2B5EF4-FFF2-40B4-BE49-F238E27FC236}">
                <ns2:creationId id="{6504446F-3799-4CCF-9DE4-F355307C1834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{{n184}}</a:t>
            </a:r>
          </a:p>
        </p:txBody>
      </p:sp>
      <p:sp>
        <p:nvSpPr>
          <p:cNvPr id="47" name="tpl-p10-text-044">
            <a:extLst>
              <a:ext uri="{FF2B5EF4-FFF2-40B4-BE49-F238E27FC236}">
                <ns2:creationId id="{6E975824-EE54-4936-81D4-5114D82CC434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8" name="tpl-p10-text-045">
            <a:extLst>
              <a:ext uri="{FF2B5EF4-FFF2-40B4-BE49-F238E27FC236}">
                <ns2:creationId id="{E91DF533-9C79-407C-AB44-112F0D22203C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{{n185}}</a:t>
            </a:r>
          </a:p>
        </p:txBody>
      </p:sp>
      <p:sp>
        <p:nvSpPr>
          <p:cNvPr id="49" name="tpl-p10-text-046">
            <a:extLst>
              <a:ext uri="{FF2B5EF4-FFF2-40B4-BE49-F238E27FC236}">
                <ns2:creationId id="{EDAA8B8F-40C1-4C27-92BC-CDC9FDF1B4DF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50" name="tpl-p10-text-047">
            <a:extLst>
              <a:ext uri="{FF2B5EF4-FFF2-40B4-BE49-F238E27FC236}">
                <ns2:creationId id="{74BA6681-A114-4504-B4F1-49D9720CCC0B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{{n186}}</a:t>
            </a:r>
          </a:p>
        </p:txBody>
      </p:sp>
      <p:sp>
        <p:nvSpPr>
          <p:cNvPr id="51" name="tpl-p10-text-048">
            <a:extLst>
              <a:ext uri="{FF2B5EF4-FFF2-40B4-BE49-F238E27FC236}">
                <ns2:creationId id="{2EBB9C4D-D562-442C-81E5-077618DCCDD6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2" name="tpl-p10-text-049">
            <a:extLst>
              <a:ext uri="{FF2B5EF4-FFF2-40B4-BE49-F238E27FC236}">
                <ns2:creationId id="{3F561B27-EAFA-44AC-A2E2-BB68D7E2C50D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{{n187}}</a:t>
            </a:r>
          </a:p>
        </p:txBody>
      </p:sp>
      <p:sp>
        <p:nvSpPr>
          <p:cNvPr id="53" name="tpl-p10-text-050">
            <a:extLst>
              <a:ext uri="{FF2B5EF4-FFF2-40B4-BE49-F238E27FC236}">
                <ns2:creationId id="{18B8D98B-1A02-4BA4-97DA-EDD3255156C7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10-text-051">
            <a:extLst>
              <a:ext uri="{FF2B5EF4-FFF2-40B4-BE49-F238E27FC236}">
                <ns2:creationId id="{16DD08AF-2610-4DAC-B259-6D35F6B44043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7" name="tpl-p10-text-053">
            <a:extLst>
              <a:ext uri="{FF2B5EF4-FFF2-40B4-BE49-F238E27FC236}">
                <ns2:creationId id="{969F15BA-35A0-4286-A3FF-DA51DE28A827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{{a052}}</a:t>
            </a:r>
          </a:p>
        </p:txBody>
      </p:sp>
      <p:sp>
        <p:nvSpPr>
          <p:cNvPr id="58" name="tpl-p10-text-054">
            <a:extLst>
              <a:ext uri="{FF2B5EF4-FFF2-40B4-BE49-F238E27FC236}">
                <ns2:creationId id="{AE4362FE-BACF-4518-B509-5321A7CF30D7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{{n188}}</a:t>
            </a:r>
          </a:p>
        </p:txBody>
      </p:sp>
      <p:sp>
        <p:nvSpPr>
          <p:cNvPr id="59" name="tpl-p10-text-055">
            <a:extLst>
              <a:ext uri="{FF2B5EF4-FFF2-40B4-BE49-F238E27FC236}">
                <ns2:creationId id="{A480618E-FFF6-4114-BD08-BC5F45AE21EE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60" name="tpl-p10-text-056">
            <a:extLst>
              <a:ext uri="{FF2B5EF4-FFF2-40B4-BE49-F238E27FC236}">
                <ns2:creationId id="{C031F2CD-D4CB-49C3-B9DF-C9A1DD76DA99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61" name="tpl-p10-text-057">
            <a:extLst>
              <a:ext uri="{FF2B5EF4-FFF2-40B4-BE49-F238E27FC236}">
                <ns2:creationId id="{79532F49-B990-409F-A3BD-33B347EC4B78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{{n189}}</a:t>
            </a:r>
          </a:p>
        </p:txBody>
      </p:sp>
      <p:sp>
        <p:nvSpPr>
          <p:cNvPr id="62" name="tpl-p10-text-058">
            <a:extLst>
              <a:ext uri="{FF2B5EF4-FFF2-40B4-BE49-F238E27FC236}">
                <ns2:creationId id="{08C94AE5-17B7-4843-83E7-E3D024B67FEF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3" name="tpl-p10-text-059">
            <a:extLst>
              <a:ext uri="{FF2B5EF4-FFF2-40B4-BE49-F238E27FC236}">
                <ns2:creationId id="{A1EAC817-4D65-4508-8863-8F70CCF4C4BA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{{n190}}</a:t>
            </a:r>
          </a:p>
        </p:txBody>
      </p:sp>
      <p:sp>
        <p:nvSpPr>
          <p:cNvPr id="64" name="tpl-p10-text-060">
            <a:extLst>
              <a:ext uri="{FF2B5EF4-FFF2-40B4-BE49-F238E27FC236}">
                <ns2:creationId id="{9D9B79C0-B694-49EF-9667-69A31F58D23F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5" name="tpl-p10-text-061">
            <a:extLst>
              <a:ext uri="{FF2B5EF4-FFF2-40B4-BE49-F238E27FC236}">
                <ns2:creationId id="{ED69737C-3E45-4DF4-A66E-2988248D69E7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{{n191}}</a:t>
            </a:r>
          </a:p>
        </p:txBody>
      </p:sp>
      <p:sp>
        <p:nvSpPr>
          <p:cNvPr id="66" name="tpl-p10-text-062">
            <a:extLst>
              <a:ext uri="{FF2B5EF4-FFF2-40B4-BE49-F238E27FC236}">
                <ns2:creationId id="{62A690FC-CFC4-41BA-AAD9-78DD0AD33CC1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7" name="tpl-p10-text-063">
            <a:extLst>
              <a:ext uri="{FF2B5EF4-FFF2-40B4-BE49-F238E27FC236}">
                <ns2:creationId id="{82B1B46B-BF44-47D8-BB7E-0D8D7783AD11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{{n192}}</a:t>
            </a:r>
          </a:p>
        </p:txBody>
      </p:sp>
      <p:sp>
        <p:nvSpPr>
          <p:cNvPr id="68" name="tpl-p10-text-064">
            <a:extLst>
              <a:ext uri="{FF2B5EF4-FFF2-40B4-BE49-F238E27FC236}">
                <ns2:creationId id="{CB967EEE-22B3-4CD6-8EEB-83AABACAEE91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9" name="tpl-p10-text-065">
            <a:extLst>
              <a:ext uri="{FF2B5EF4-FFF2-40B4-BE49-F238E27FC236}">
                <ns2:creationId id="{DC048591-11C6-4CCA-B75F-FF714A501B59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2" name="tpl-p10-text-067">
            <a:extLst>
              <a:ext uri="{FF2B5EF4-FFF2-40B4-BE49-F238E27FC236}">
                <ns2:creationId id="{C8AC0218-7E42-46D7-B558-7BE028922BB0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{{a053}}</a:t>
            </a:r>
          </a:p>
        </p:txBody>
      </p:sp>
      <p:sp>
        <p:nvSpPr>
          <p:cNvPr id="73" name="tpl-p10-text-068">
            <a:extLst>
              <a:ext uri="{FF2B5EF4-FFF2-40B4-BE49-F238E27FC236}">
                <ns2:creationId id="{04AE42EE-80C6-42B2-B8F2-9431A834FBB4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{{n193}}</a:t>
            </a:r>
          </a:p>
        </p:txBody>
      </p:sp>
      <p:sp>
        <p:nvSpPr>
          <p:cNvPr id="74" name="tpl-p10-text-069">
            <a:extLst>
              <a:ext uri="{FF2B5EF4-FFF2-40B4-BE49-F238E27FC236}">
                <ns2:creationId id="{1727B7BD-09F5-4BAC-B958-86C0D9B029FF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75" name="tpl-p10-text-070">
            <a:extLst>
              <a:ext uri="{FF2B5EF4-FFF2-40B4-BE49-F238E27FC236}">
                <ns2:creationId id="{15D4C1A7-5930-4A37-8D8E-73794412AE46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76" name="tpl-p10-text-071">
            <a:extLst>
              <a:ext uri="{FF2B5EF4-FFF2-40B4-BE49-F238E27FC236}">
                <ns2:creationId id="{81BDBEA0-DB61-4BAA-AA2D-AE02E60E467C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{{n194}}</a:t>
            </a:r>
          </a:p>
        </p:txBody>
      </p:sp>
      <p:sp>
        <p:nvSpPr>
          <p:cNvPr id="77" name="tpl-p10-text-072">
            <a:extLst>
              <a:ext uri="{FF2B5EF4-FFF2-40B4-BE49-F238E27FC236}">
                <ns2:creationId id="{BE0B2647-AE36-4531-B676-AE0A28EB2B70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8" name="tpl-p10-text-073">
            <a:extLst>
              <a:ext uri="{FF2B5EF4-FFF2-40B4-BE49-F238E27FC236}">
                <ns2:creationId id="{6A9E2E88-36FC-4F3B-835A-34820D1F61FC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{{n195}}</a:t>
            </a:r>
          </a:p>
        </p:txBody>
      </p:sp>
      <p:sp>
        <p:nvSpPr>
          <p:cNvPr id="79" name="tpl-p10-text-074">
            <a:extLst>
              <a:ext uri="{FF2B5EF4-FFF2-40B4-BE49-F238E27FC236}">
                <ns2:creationId id="{E69425DF-E4E2-46D6-BEB1-79ED83B47A48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80" name="tpl-p10-text-075">
            <a:extLst>
              <a:ext uri="{FF2B5EF4-FFF2-40B4-BE49-F238E27FC236}">
                <ns2:creationId id="{0A130927-A666-4AB6-92D9-DEBDCBB0BE6C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{{n196}}</a:t>
            </a:r>
          </a:p>
        </p:txBody>
      </p:sp>
      <p:sp>
        <p:nvSpPr>
          <p:cNvPr id="81" name="tpl-p10-text-076">
            <a:extLst>
              <a:ext uri="{FF2B5EF4-FFF2-40B4-BE49-F238E27FC236}">
                <ns2:creationId id="{CB512494-E471-420B-9C17-FB3E8D5FFC65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82" name="tpl-p10-text-077">
            <a:extLst>
              <a:ext uri="{FF2B5EF4-FFF2-40B4-BE49-F238E27FC236}">
                <ns2:creationId id="{7534E9AE-B9C9-4353-85D2-51B0D17F2BA9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{{n197}}</a:t>
            </a:r>
          </a:p>
        </p:txBody>
      </p:sp>
      <p:sp>
        <p:nvSpPr>
          <p:cNvPr id="84" name="tpl-p10-image-01">
            <a:extLst>
              <a:ext uri="{FF2B5EF4-FFF2-40B4-BE49-F238E27FC236}">
                <ns2:creationId id="{D8046CDA-FA34-4055-AACC-D6EE87F10C93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{{i046}}</a:t>
            </a:r>
          </a:p>
        </p:txBody>
      </p:sp>
      <p:sp>
        <p:nvSpPr>
          <p:cNvPr id="85" name="tpl-p10-image-02">
            <a:extLst>
              <a:ext uri="{FF2B5EF4-FFF2-40B4-BE49-F238E27FC236}">
                <ns2:creationId id="{F111A369-920D-4035-9DF3-CC7B1E14CE86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{{i047}}</a:t>
            </a:r>
          </a:p>
        </p:txBody>
      </p:sp>
      <p:sp>
        <p:nvSpPr>
          <p:cNvPr id="86" name="tpl-p10-image-03">
            <a:extLst>
              <a:ext uri="{FF2B5EF4-FFF2-40B4-BE49-F238E27FC236}">
                <ns2:creationId id="{62DBA3CC-4E2D-4C7C-B230-4D8D27630777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{{i048}}</a:t>
            </a:r>
          </a:p>
        </p:txBody>
      </p:sp>
      <p:sp>
        <p:nvSpPr>
          <p:cNvPr id="87" name="tpl-p10-image-04">
            <a:extLst>
              <a:ext uri="{FF2B5EF4-FFF2-40B4-BE49-F238E27FC236}">
                <ns2:creationId id="{0775E6F4-C383-4BE9-8F18-01EECF995DE3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{{i049}}</a:t>
            </a:r>
          </a:p>
        </p:txBody>
      </p:sp>
      <p:sp>
        <p:nvSpPr>
          <p:cNvPr id="88" name="tpl-p10-image-05">
            <a:extLst>
              <a:ext uri="{FF2B5EF4-FFF2-40B4-BE49-F238E27FC236}">
                <ns2:creationId id="{F98590AC-B860-47B2-B37F-6595F12260FF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{{i050}}</a:t>
            </a:r>
          </a:p>
        </p:txBody>
      </p:sp>
    </p:spTree>
    <p:extLst>
      <p:ext uri="{BB962C8B-B14F-4D97-AF65-F5344CB8AC3E}">
        <ns3:creationId val="100044194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9" name="tpl-p11-text-001">
            <a:extLst>
              <a:ext uri="{FF2B5EF4-FFF2-40B4-BE49-F238E27FC236}">
                <ns2:creationId id="{21A82B5E-FC0E-4B69-AD76-B5364787EC05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1-text-002">
            <a:extLst>
              <a:ext uri="{FF2B5EF4-FFF2-40B4-BE49-F238E27FC236}">
                <ns2:creationId id="{19355CE2-10F4-4ACF-89CD-B251D49B9AC7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{{b}}｜検索結果の表示順</a:t>
            </a:r>
          </a:p>
        </p:txBody>
      </p:sp>
      <p:sp>
        <p:nvSpPr>
          <p:cNvPr id="3" name="tpl-p11-text-003">
            <a:extLst>
              <a:ext uri="{FF2B5EF4-FFF2-40B4-BE49-F238E27FC236}">
                <ns2:creationId id="{A7CC7C2D-F0B4-4E19-9AD5-17B3964DE877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検索「{{q_b}}」 表示1–10位／取得{{n198}}件</a:t>
            </a:r>
          </a:p>
        </p:txBody>
      </p:sp>
      <p:sp>
        <p:nvSpPr>
          <p:cNvPr id="4" name="tpl-p11-text-004">
            <a:extLst>
              <a:ext uri="{FF2B5EF4-FFF2-40B4-BE49-F238E27FC236}">
                <ns2:creationId id="{B69ED59C-1D79-4ED2-AB9A-0660A35769A5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11 / 25</a:t>
            </a:r>
          </a:p>
        </p:txBody>
      </p:sp>
      <p:sp>
        <p:nvSpPr>
          <p:cNvPr id="5" name="tpl-p11-text-005">
            <a:extLst>
              <a:ext uri="{FF2B5EF4-FFF2-40B4-BE49-F238E27FC236}">
                <ns2:creationId id="{9A8E95CC-A774-4999-8340-4467EB13C536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pl-p11-text-006">
            <a:extLst>
              <a:ext uri="{FF2B5EF4-FFF2-40B4-BE49-F238E27FC236}">
                <ns2:creationId id="{6F560B96-F369-4978-9062-E816EFDF947F}"/>
              </a:ext>
            </a:extLst>
          </p:cNvPr>
          <p:cNvSpPr>
            <a:spLocks noGrp="1"/>
          </p:cNvSpPr>
          <p:nvPr/>
        </p:nvSpPr>
        <p:spPr>
          <a:xfrm>
            <a:off x="22669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{{a054}}</a:t>
            </a:r>
          </a:p>
        </p:txBody>
      </p:sp>
      <p:sp>
        <p:nvSpPr>
          <p:cNvPr id="8" name="tpl-p11-text-007">
            <a:extLst>
              <a:ext uri="{FF2B5EF4-FFF2-40B4-BE49-F238E27FC236}">
                <ns2:creationId id="{26E0673C-3718-4298-8A3B-41E978108615}"/>
              </a:ext>
            </a:extLst>
          </p:cNvPr>
          <p:cNvSpPr>
            <a:spLocks noGrp="1"/>
          </p:cNvSpPr>
          <p:nvPr/>
        </p:nvSpPr>
        <p:spPr>
          <a:xfrm>
            <a:off x="22669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{{h021}}</a:t>
            </a:r>
          </a:p>
        </p:txBody>
      </p:sp>
      <p:sp>
        <p:nvSpPr>
          <p:cNvPr id="9" name="tpl-p11-text-008">
            <a:extLst>
              <a:ext uri="{FF2B5EF4-FFF2-40B4-BE49-F238E27FC236}">
                <ns2:creationId id="{91B203DC-9B39-4F9E-A0A8-F68E4686AA76}"/>
              </a:ext>
            </a:extLst>
          </p:cNvPr>
          <p:cNvSpPr>
            <a:spLocks noGrp="1"/>
          </p:cNvSpPr>
          <p:nvPr/>
        </p:nvSpPr>
        <p:spPr>
          <a:xfrm>
            <a:off x="22669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0" name="tpl-p11-text-009">
            <a:extLst>
              <a:ext uri="{FF2B5EF4-FFF2-40B4-BE49-F238E27FC236}">
                <ns2:creationId id="{DED50543-D317-4FE0-807E-A3FE3B814340}"/>
              </a:ext>
            </a:extLst>
          </p:cNvPr>
          <p:cNvSpPr>
            <a:spLocks noGrp="1"/>
          </p:cNvSpPr>
          <p:nvPr/>
        </p:nvSpPr>
        <p:spPr>
          <a:xfrm>
            <a:off x="22669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{{n199}}</a:t>
            </a:r>
          </a:p>
        </p:txBody>
      </p:sp>
      <p:sp>
        <p:nvSpPr>
          <p:cNvPr id="11" name="tpl-p11-text-010">
            <a:extLst>
              <a:ext uri="{FF2B5EF4-FFF2-40B4-BE49-F238E27FC236}">
                <ns2:creationId id="{3D038323-AD69-4262-B843-A549025CA1FA}"/>
              </a:ext>
            </a:extLst>
          </p:cNvPr>
          <p:cNvSpPr>
            <a:spLocks noGrp="1"/>
          </p:cNvSpPr>
          <p:nvPr/>
        </p:nvSpPr>
        <p:spPr>
          <a:xfrm>
            <a:off x="41529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pl-p11-text-012">
            <a:extLst>
              <a:ext uri="{FF2B5EF4-FFF2-40B4-BE49-F238E27FC236}">
                <ns2:creationId id="{B16D8FC7-EA80-454E-993E-5EF67A2ADC39}"/>
              </a:ext>
            </a:extLst>
          </p:cNvPr>
          <p:cNvSpPr>
            <a:spLocks noGrp="1"/>
          </p:cNvSpPr>
          <p:nvPr/>
        </p:nvSpPr>
        <p:spPr>
          <a:xfrm>
            <a:off x="56578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{{a055}}</a:t>
            </a:r>
          </a:p>
        </p:txBody>
      </p:sp>
      <p:sp>
        <p:nvSpPr>
          <p:cNvPr id="15" name="tpl-p11-text-013">
            <a:extLst>
              <a:ext uri="{FF2B5EF4-FFF2-40B4-BE49-F238E27FC236}">
                <ns2:creationId id="{3A13B216-B5C1-46E1-915C-60C540767FA8}"/>
              </a:ext>
            </a:extLst>
          </p:cNvPr>
          <p:cNvSpPr>
            <a:spLocks noGrp="1"/>
          </p:cNvSpPr>
          <p:nvPr/>
        </p:nvSpPr>
        <p:spPr>
          <a:xfrm>
            <a:off x="56578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{{h022}}</a:t>
            </a:r>
          </a:p>
        </p:txBody>
      </p:sp>
      <p:sp>
        <p:nvSpPr>
          <p:cNvPr id="16" name="tpl-p11-text-014">
            <a:extLst>
              <a:ext uri="{FF2B5EF4-FFF2-40B4-BE49-F238E27FC236}">
                <ns2:creationId id="{DEDC9E04-5B20-44B9-8578-E70688F4E67C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7" name="tpl-p11-text-015">
            <a:extLst>
              <a:ext uri="{FF2B5EF4-FFF2-40B4-BE49-F238E27FC236}">
                <ns2:creationId id="{4FDE7608-5D7D-4EEC-8447-BFA4ED061E8D}"/>
              </a:ext>
            </a:extLst>
          </p:cNvPr>
          <p:cNvSpPr>
            <a:spLocks noGrp="1"/>
          </p:cNvSpPr>
          <p:nvPr/>
        </p:nvSpPr>
        <p:spPr>
          <a:xfrm>
            <a:off x="56578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{{n200}}</a:t>
            </a:r>
          </a:p>
        </p:txBody>
      </p:sp>
      <p:sp>
        <p:nvSpPr>
          <p:cNvPr id="18" name="tpl-p11-text-016">
            <a:extLst>
              <a:ext uri="{FF2B5EF4-FFF2-40B4-BE49-F238E27FC236}">
                <ns2:creationId id="{78728F3A-EA8B-4818-BDB0-78D995A1B6D9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pl-p11-text-018">
            <a:extLst>
              <a:ext uri="{FF2B5EF4-FFF2-40B4-BE49-F238E27FC236}">
                <ns2:creationId id="{744129D0-A9D9-45C6-A233-D64C85937BE7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{{a056}}</a:t>
            </a:r>
          </a:p>
        </p:txBody>
      </p:sp>
      <p:sp>
        <p:nvSpPr>
          <p:cNvPr id="22" name="tpl-p11-text-019">
            <a:extLst>
              <a:ext uri="{FF2B5EF4-FFF2-40B4-BE49-F238E27FC236}">
                <ns2:creationId id="{1DBEA9E9-140E-4B68-AF56-8F57770B836E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{{h023}}</a:t>
            </a:r>
          </a:p>
        </p:txBody>
      </p:sp>
      <p:sp>
        <p:nvSpPr>
          <p:cNvPr id="23" name="tpl-p11-text-020">
            <a:extLst>
              <a:ext uri="{FF2B5EF4-FFF2-40B4-BE49-F238E27FC236}">
                <ns2:creationId id="{FE231C2A-CD9C-44E0-AEB0-B47B5927BF09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4" name="tpl-p11-text-021">
            <a:extLst>
              <a:ext uri="{FF2B5EF4-FFF2-40B4-BE49-F238E27FC236}">
                <ns2:creationId id="{EE719CC0-8FB9-41EB-8582-0FF10722F342}"/>
              </a:ext>
            </a:extLst>
          </p:cNvPr>
          <p:cNvSpPr>
            <a:spLocks noGrp="1"/>
          </p:cNvSpPr>
          <p:nvPr/>
        </p:nvSpPr>
        <p:spPr>
          <a:xfrm>
            <a:off x="90487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{{n201}}</a:t>
            </a:r>
          </a:p>
        </p:txBody>
      </p:sp>
      <p:sp>
        <p:nvSpPr>
          <p:cNvPr id="25" name="tpl-p11-text-022">
            <a:extLst>
              <a:ext uri="{FF2B5EF4-FFF2-40B4-BE49-F238E27FC236}">
                <ns2:creationId id="{7AD1C1E2-C5BF-4A5F-90DC-80FBBF6328C6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pl-p11-text-023">
            <a:extLst>
              <a:ext uri="{FF2B5EF4-FFF2-40B4-BE49-F238E27FC236}">
                <ns2:creationId id="{ED315012-D464-4ED1-9B70-9ED6BDE1FE36}"/>
              </a:ext>
            </a:extLst>
          </p:cNvPr>
          <p:cNvSpPr>
            <a:spLocks noGrp="1"/>
          </p:cNvSpPr>
          <p:nvPr/>
        </p:nvSpPr>
        <p:spPr>
          <a:xfrm>
            <a:off x="124396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{{a057}}</a:t>
            </a:r>
          </a:p>
        </p:txBody>
      </p:sp>
      <p:sp>
        <p:nvSpPr>
          <p:cNvPr id="28" name="tpl-p11-text-024">
            <a:extLst>
              <a:ext uri="{FF2B5EF4-FFF2-40B4-BE49-F238E27FC236}">
                <ns2:creationId id="{85221ABE-5156-4A78-8782-D77C21CA1E77}"/>
              </a:ext>
            </a:extLst>
          </p:cNvPr>
          <p:cNvSpPr>
            <a:spLocks noGrp="1"/>
          </p:cNvSpPr>
          <p:nvPr/>
        </p:nvSpPr>
        <p:spPr>
          <a:xfrm>
            <a:off x="124396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{{h024}}</a:t>
            </a:r>
          </a:p>
        </p:txBody>
      </p:sp>
      <p:sp>
        <p:nvSpPr>
          <p:cNvPr id="29" name="tpl-p11-text-025">
            <a:extLst>
              <a:ext uri="{FF2B5EF4-FFF2-40B4-BE49-F238E27FC236}">
                <ns2:creationId id="{E23809D9-2D92-48BE-ACF4-AD5FECE0A019}"/>
              </a:ext>
            </a:extLst>
          </p:cNvPr>
          <p:cNvSpPr>
            <a:spLocks noGrp="1"/>
          </p:cNvSpPr>
          <p:nvPr/>
        </p:nvSpPr>
        <p:spPr>
          <a:xfrm>
            <a:off x="124396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0" name="tpl-p11-text-026">
            <a:extLst>
              <a:ext uri="{FF2B5EF4-FFF2-40B4-BE49-F238E27FC236}">
                <ns2:creationId id="{703BEE41-4F32-4092-9129-E7BAE8CBBDA0}"/>
              </a:ext>
            </a:extLst>
          </p:cNvPr>
          <p:cNvSpPr>
            <a:spLocks noGrp="1"/>
          </p:cNvSpPr>
          <p:nvPr/>
        </p:nvSpPr>
        <p:spPr>
          <a:xfrm>
            <a:off x="124396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{{n202}}</a:t>
            </a:r>
          </a:p>
        </p:txBody>
      </p:sp>
      <p:sp>
        <p:nvSpPr>
          <p:cNvPr id="31" name="tpl-p11-text-027">
            <a:extLst>
              <a:ext uri="{FF2B5EF4-FFF2-40B4-BE49-F238E27FC236}">
                <ns2:creationId id="{9F47E418-827D-4FC2-9CB1-F77F8F043E15}"/>
              </a:ext>
            </a:extLst>
          </p:cNvPr>
          <p:cNvSpPr>
            <a:spLocks noGrp="1"/>
          </p:cNvSpPr>
          <p:nvPr/>
        </p:nvSpPr>
        <p:spPr>
          <a:xfrm>
            <a:off x="143256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tpl-p11-text-028">
            <a:extLst>
              <a:ext uri="{FF2B5EF4-FFF2-40B4-BE49-F238E27FC236}">
                <ns2:creationId id="{2AD278D6-5218-4466-A807-1370702339FF}"/>
              </a:ext>
            </a:extLst>
          </p:cNvPr>
          <p:cNvSpPr>
            <a:spLocks noGrp="1"/>
          </p:cNvSpPr>
          <p:nvPr/>
        </p:nvSpPr>
        <p:spPr>
          <a:xfrm>
            <a:off x="158305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{{a058}}</a:t>
            </a:r>
          </a:p>
        </p:txBody>
      </p:sp>
      <p:sp>
        <p:nvSpPr>
          <p:cNvPr id="34" name="tpl-p11-text-029">
            <a:extLst>
              <a:ext uri="{FF2B5EF4-FFF2-40B4-BE49-F238E27FC236}">
                <ns2:creationId id="{2F77F0E7-B177-454C-A40D-AD1B36BB6B40}"/>
              </a:ext>
            </a:extLst>
          </p:cNvPr>
          <p:cNvSpPr>
            <a:spLocks noGrp="1"/>
          </p:cNvSpPr>
          <p:nvPr/>
        </p:nvSpPr>
        <p:spPr>
          <a:xfrm>
            <a:off x="158305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{{h025}}</a:t>
            </a:r>
          </a:p>
        </p:txBody>
      </p:sp>
      <p:sp>
        <p:nvSpPr>
          <p:cNvPr id="35" name="tpl-p11-text-030">
            <a:extLst>
              <a:ext uri="{FF2B5EF4-FFF2-40B4-BE49-F238E27FC236}">
                <ns2:creationId id="{22467792-3F53-4306-8DD2-9D1D9ED37980}"/>
              </a:ext>
            </a:extLst>
          </p:cNvPr>
          <p:cNvSpPr>
            <a:spLocks noGrp="1"/>
          </p:cNvSpPr>
          <p:nvPr/>
        </p:nvSpPr>
        <p:spPr>
          <a:xfrm>
            <a:off x="158305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6" name="tpl-p11-text-031">
            <a:extLst>
              <a:ext uri="{FF2B5EF4-FFF2-40B4-BE49-F238E27FC236}">
                <ns2:creationId id="{4F3CB802-B3EA-4897-A61F-30B8EFE6E0F9}"/>
              </a:ext>
            </a:extLst>
          </p:cNvPr>
          <p:cNvSpPr>
            <a:spLocks noGrp="1"/>
          </p:cNvSpPr>
          <p:nvPr/>
        </p:nvSpPr>
        <p:spPr>
          <a:xfrm>
            <a:off x="158305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{{n203}}</a:t>
            </a:r>
          </a:p>
        </p:txBody>
      </p:sp>
      <p:sp>
        <p:nvSpPr>
          <p:cNvPr id="37" name="tpl-p11-text-032">
            <a:extLst>
              <a:ext uri="{FF2B5EF4-FFF2-40B4-BE49-F238E27FC236}">
                <ns2:creationId id="{8C8C4F12-425F-4573-90E3-0C03E3EB28BB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pl-p11-text-033">
            <a:extLst>
              <a:ext uri="{FF2B5EF4-FFF2-40B4-BE49-F238E27FC236}">
                <ns2:creationId id="{7E84E4C9-56CB-4F42-BC5F-DA36DBA88394}"/>
              </a:ext>
            </a:extLst>
          </p:cNvPr>
          <p:cNvSpPr>
            <a:spLocks noGrp="1"/>
          </p:cNvSpPr>
          <p:nvPr/>
        </p:nvSpPr>
        <p:spPr>
          <a:xfrm>
            <a:off x="22669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{{a059}}</a:t>
            </a:r>
          </a:p>
        </p:txBody>
      </p:sp>
      <p:sp>
        <p:nvSpPr>
          <p:cNvPr id="40" name="tpl-p11-text-034">
            <a:extLst>
              <a:ext uri="{FF2B5EF4-FFF2-40B4-BE49-F238E27FC236}">
                <ns2:creationId id="{5A746E86-F087-45EF-AEA9-EEECB1A2B527}"/>
              </a:ext>
            </a:extLst>
          </p:cNvPr>
          <p:cNvSpPr>
            <a:spLocks noGrp="1"/>
          </p:cNvSpPr>
          <p:nvPr/>
        </p:nvSpPr>
        <p:spPr>
          <a:xfrm>
            <a:off x="22669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{{h026}}</a:t>
            </a:r>
          </a:p>
        </p:txBody>
      </p:sp>
      <p:sp>
        <p:nvSpPr>
          <p:cNvPr id="41" name="tpl-p11-text-035">
            <a:extLst>
              <a:ext uri="{FF2B5EF4-FFF2-40B4-BE49-F238E27FC236}">
                <ns2:creationId id="{95DFE301-13CF-4185-8A34-D8D484F4C2C7}"/>
              </a:ext>
            </a:extLst>
          </p:cNvPr>
          <p:cNvSpPr>
            <a:spLocks noGrp="1"/>
          </p:cNvSpPr>
          <p:nvPr/>
        </p:nvSpPr>
        <p:spPr>
          <a:xfrm>
            <a:off x="22669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2" name="tpl-p11-text-036">
            <a:extLst>
              <a:ext uri="{FF2B5EF4-FFF2-40B4-BE49-F238E27FC236}">
                <ns2:creationId id="{272066DE-64E1-48B9-A22D-7505144778AD}"/>
              </a:ext>
            </a:extLst>
          </p:cNvPr>
          <p:cNvSpPr>
            <a:spLocks noGrp="1"/>
          </p:cNvSpPr>
          <p:nvPr/>
        </p:nvSpPr>
        <p:spPr>
          <a:xfrm>
            <a:off x="22669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{{n204}}</a:t>
            </a:r>
          </a:p>
        </p:txBody>
      </p:sp>
      <p:sp>
        <p:nvSpPr>
          <p:cNvPr id="43" name="tpl-p11-text-037">
            <a:extLst>
              <a:ext uri="{FF2B5EF4-FFF2-40B4-BE49-F238E27FC236}">
                <ns2:creationId id="{17BEA957-E1ED-4915-BB4D-E2C1A633EE30}"/>
              </a:ext>
            </a:extLst>
          </p:cNvPr>
          <p:cNvSpPr>
            <a:spLocks noGrp="1"/>
          </p:cNvSpPr>
          <p:nvPr/>
        </p:nvSpPr>
        <p:spPr>
          <a:xfrm>
            <a:off x="41529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5" name="tpl-p11-text-038">
            <a:extLst>
              <a:ext uri="{FF2B5EF4-FFF2-40B4-BE49-F238E27FC236}">
                <ns2:creationId id="{5106E8BF-1BA2-4A95-9F51-35ACB822F11C}"/>
              </a:ext>
            </a:extLst>
          </p:cNvPr>
          <p:cNvSpPr>
            <a:spLocks noGrp="1"/>
          </p:cNvSpPr>
          <p:nvPr/>
        </p:nvSpPr>
        <p:spPr>
          <a:xfrm>
            <a:off x="56578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{{a060}}</a:t>
            </a:r>
          </a:p>
        </p:txBody>
      </p:sp>
      <p:sp>
        <p:nvSpPr>
          <p:cNvPr id="46" name="tpl-p11-text-039">
            <a:extLst>
              <a:ext uri="{FF2B5EF4-FFF2-40B4-BE49-F238E27FC236}">
                <ns2:creationId id="{3B051599-BF5D-4D38-884C-AF347B356A65}"/>
              </a:ext>
            </a:extLst>
          </p:cNvPr>
          <p:cNvSpPr>
            <a:spLocks noGrp="1"/>
          </p:cNvSpPr>
          <p:nvPr/>
        </p:nvSpPr>
        <p:spPr>
          <a:xfrm>
            <a:off x="56578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{{h027}}</a:t>
            </a:r>
          </a:p>
        </p:txBody>
      </p:sp>
      <p:sp>
        <p:nvSpPr>
          <p:cNvPr id="47" name="tpl-p11-text-040">
            <a:extLst>
              <a:ext uri="{FF2B5EF4-FFF2-40B4-BE49-F238E27FC236}">
                <ns2:creationId id="{DB74ACC5-DE18-45E5-90F3-E8549627E06C}"/>
              </a:ext>
            </a:extLst>
          </p:cNvPr>
          <p:cNvSpPr>
            <a:spLocks noGrp="1"/>
          </p:cNvSpPr>
          <p:nvPr/>
        </p:nvSpPr>
        <p:spPr>
          <a:xfrm>
            <a:off x="56578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8" name="tpl-p11-text-041">
            <a:extLst>
              <a:ext uri="{FF2B5EF4-FFF2-40B4-BE49-F238E27FC236}">
                <ns2:creationId id="{4FE1A475-F0CC-4554-AD91-FCBBBA01A6BC}"/>
              </a:ext>
            </a:extLst>
          </p:cNvPr>
          <p:cNvSpPr>
            <a:spLocks noGrp="1"/>
          </p:cNvSpPr>
          <p:nvPr/>
        </p:nvSpPr>
        <p:spPr>
          <a:xfrm>
            <a:off x="56578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{{n205}}</a:t>
            </a:r>
          </a:p>
        </p:txBody>
      </p:sp>
      <p:sp>
        <p:nvSpPr>
          <p:cNvPr id="49" name="tpl-p11-text-042">
            <a:extLst>
              <a:ext uri="{FF2B5EF4-FFF2-40B4-BE49-F238E27FC236}">
                <ns2:creationId id="{0CFAE908-1BBA-47E6-AAE1-18EAC3FDA4AC}"/>
              </a:ext>
            </a:extLst>
          </p:cNvPr>
          <p:cNvSpPr>
            <a:spLocks noGrp="1"/>
          </p:cNvSpPr>
          <p:nvPr/>
        </p:nvSpPr>
        <p:spPr>
          <a:xfrm>
            <a:off x="75438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0" name="tpl-p11-text-043">
            <a:extLst>
              <a:ext uri="{FF2B5EF4-FFF2-40B4-BE49-F238E27FC236}">
                <ns2:creationId id="{BA81578D-F24D-42CD-A08D-0A8FC77BBC0E}"/>
              </a:ext>
            </a:extLst>
          </p:cNvPr>
          <p:cNvSpPr>
            <a:spLocks noGrp="1"/>
          </p:cNvSpPr>
          <p:nvPr/>
        </p:nvSpPr>
        <p:spPr>
          <a:xfrm>
            <a:off x="8210550" y="60007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{{a061}}</a:t>
            </a:r>
          </a:p>
        </p:txBody>
      </p:sp>
      <p:sp>
        <p:nvSpPr>
          <p:cNvPr id="52" name="tpl-p11-text-044">
            <a:extLst>
              <a:ext uri="{FF2B5EF4-FFF2-40B4-BE49-F238E27FC236}">
                <ns2:creationId id="{E69943DD-13F3-4249-8F06-EB15CD057D3A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{{a062}}</a:t>
            </a:r>
          </a:p>
        </p:txBody>
      </p:sp>
      <p:sp>
        <p:nvSpPr>
          <p:cNvPr id="53" name="tpl-p11-text-045">
            <a:extLst>
              <a:ext uri="{FF2B5EF4-FFF2-40B4-BE49-F238E27FC236}">
                <ns2:creationId id="{723AB383-08D2-4B3F-A7BF-3F99700196FB}"/>
              </a:ext>
            </a:extLst>
          </p:cNvPr>
          <p:cNvSpPr>
            <a:spLocks noGrp="1"/>
          </p:cNvSpPr>
          <p:nvPr/>
        </p:nvSpPr>
        <p:spPr>
          <a:xfrm>
            <a:off x="90487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{{h028}}</a:t>
            </a:r>
          </a:p>
        </p:txBody>
      </p:sp>
      <p:sp>
        <p:nvSpPr>
          <p:cNvPr id="54" name="tpl-p11-text-046">
            <a:extLst>
              <a:ext uri="{FF2B5EF4-FFF2-40B4-BE49-F238E27FC236}">
                <ns2:creationId id="{B9F1FF3F-558A-4207-A43C-E6763142ECD6}"/>
              </a:ext>
            </a:extLst>
          </p:cNvPr>
          <p:cNvSpPr>
            <a:spLocks noGrp="1"/>
          </p:cNvSpPr>
          <p:nvPr/>
        </p:nvSpPr>
        <p:spPr>
          <a:xfrm>
            <a:off x="90487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5" name="tpl-p11-text-047">
            <a:extLst>
              <a:ext uri="{FF2B5EF4-FFF2-40B4-BE49-F238E27FC236}">
                <ns2:creationId id="{4BB4FE3D-A41C-4712-856A-62F1706500F7}"/>
              </a:ext>
            </a:extLst>
          </p:cNvPr>
          <p:cNvSpPr>
            <a:spLocks noGrp="1"/>
          </p:cNvSpPr>
          <p:nvPr/>
        </p:nvSpPr>
        <p:spPr>
          <a:xfrm>
            <a:off x="90487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{{n206}}</a:t>
            </a:r>
          </a:p>
        </p:txBody>
      </p:sp>
      <p:sp>
        <p:nvSpPr>
          <p:cNvPr id="56" name="tpl-p11-text-048">
            <a:extLst>
              <a:ext uri="{FF2B5EF4-FFF2-40B4-BE49-F238E27FC236}">
                <ns2:creationId id="{B95708E9-6144-4E8A-8FB8-CD229E3ADD6C}"/>
              </a:ext>
            </a:extLst>
          </p:cNvPr>
          <p:cNvSpPr>
            <a:spLocks noGrp="1"/>
          </p:cNvSpPr>
          <p:nvPr/>
        </p:nvSpPr>
        <p:spPr>
          <a:xfrm>
            <a:off x="109347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8" name="tpl-p11-text-049">
            <a:extLst>
              <a:ext uri="{FF2B5EF4-FFF2-40B4-BE49-F238E27FC236}">
                <ns2:creationId id="{AAFFF354-AD25-44D6-8E9A-840BC1007B43}"/>
              </a:ext>
            </a:extLst>
          </p:cNvPr>
          <p:cNvSpPr>
            <a:spLocks noGrp="1"/>
          </p:cNvSpPr>
          <p:nvPr/>
        </p:nvSpPr>
        <p:spPr>
          <a:xfrm>
            <a:off x="124396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{{a063}}</a:t>
            </a:r>
          </a:p>
        </p:txBody>
      </p:sp>
      <p:sp>
        <p:nvSpPr>
          <p:cNvPr id="59" name="tpl-p11-text-050">
            <a:extLst>
              <a:ext uri="{FF2B5EF4-FFF2-40B4-BE49-F238E27FC236}">
                <ns2:creationId id="{E086FD33-967D-4D07-A686-27A8BE694509}"/>
              </a:ext>
            </a:extLst>
          </p:cNvPr>
          <p:cNvSpPr>
            <a:spLocks noGrp="1"/>
          </p:cNvSpPr>
          <p:nvPr/>
        </p:nvSpPr>
        <p:spPr>
          <a:xfrm>
            <a:off x="124396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{{h029}}</a:t>
            </a:r>
          </a:p>
        </p:txBody>
      </p:sp>
      <p:sp>
        <p:nvSpPr>
          <p:cNvPr id="60" name="tpl-p11-text-051">
            <a:extLst>
              <a:ext uri="{FF2B5EF4-FFF2-40B4-BE49-F238E27FC236}">
                <ns2:creationId id="{C6B596C1-C635-4125-9F1B-8E6C0D7BC8E6}"/>
              </a:ext>
            </a:extLst>
          </p:cNvPr>
          <p:cNvSpPr>
            <a:spLocks noGrp="1"/>
          </p:cNvSpPr>
          <p:nvPr/>
        </p:nvSpPr>
        <p:spPr>
          <a:xfrm>
            <a:off x="124396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1" name="tpl-p11-text-052">
            <a:extLst>
              <a:ext uri="{FF2B5EF4-FFF2-40B4-BE49-F238E27FC236}">
                <ns2:creationId id="{BA8433ED-C40A-4693-A000-FEEC0C41F20D}"/>
              </a:ext>
            </a:extLst>
          </p:cNvPr>
          <p:cNvSpPr>
            <a:spLocks noGrp="1"/>
          </p:cNvSpPr>
          <p:nvPr/>
        </p:nvSpPr>
        <p:spPr>
          <a:xfrm>
            <a:off x="124396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{{n207}}</a:t>
            </a:r>
          </a:p>
        </p:txBody>
      </p:sp>
      <p:sp>
        <p:nvSpPr>
          <p:cNvPr id="62" name="tpl-p11-text-053">
            <a:extLst>
              <a:ext uri="{FF2B5EF4-FFF2-40B4-BE49-F238E27FC236}">
                <ns2:creationId id="{2B4C5BEB-3D6C-42B3-8208-544ACE5391FA}"/>
              </a:ext>
            </a:extLst>
          </p:cNvPr>
          <p:cNvSpPr>
            <a:spLocks noGrp="1"/>
          </p:cNvSpPr>
          <p:nvPr/>
        </p:nvSpPr>
        <p:spPr>
          <a:xfrm>
            <a:off x="143256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4" name="tpl-p11-text-054">
            <a:extLst>
              <a:ext uri="{FF2B5EF4-FFF2-40B4-BE49-F238E27FC236}">
                <ns2:creationId id="{C18DC1B8-07FA-4111-A407-BB9663A54ADF}"/>
              </a:ext>
            </a:extLst>
          </p:cNvPr>
          <p:cNvSpPr>
            <a:spLocks noGrp="1"/>
          </p:cNvSpPr>
          <p:nvPr/>
        </p:nvSpPr>
        <p:spPr>
          <a:xfrm>
            <a:off x="158305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{{a064}}</a:t>
            </a:r>
          </a:p>
        </p:txBody>
      </p:sp>
      <p:sp>
        <p:nvSpPr>
          <p:cNvPr id="65" name="tpl-p11-text-055">
            <a:extLst>
              <a:ext uri="{FF2B5EF4-FFF2-40B4-BE49-F238E27FC236}">
                <ns2:creationId id="{3D0E4F2A-C8FD-420F-8160-416F4B566C59}"/>
              </a:ext>
            </a:extLst>
          </p:cNvPr>
          <p:cNvSpPr>
            <a:spLocks noGrp="1"/>
          </p:cNvSpPr>
          <p:nvPr/>
        </p:nvSpPr>
        <p:spPr>
          <a:xfrm>
            <a:off x="158305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{{h030}}</a:t>
            </a:r>
          </a:p>
        </p:txBody>
      </p:sp>
      <p:sp>
        <p:nvSpPr>
          <p:cNvPr id="66" name="tpl-p11-text-056">
            <a:extLst>
              <a:ext uri="{FF2B5EF4-FFF2-40B4-BE49-F238E27FC236}">
                <ns2:creationId id="{715BE8AB-2738-4335-9046-BB5AF1F6F6C3}"/>
              </a:ext>
            </a:extLst>
          </p:cNvPr>
          <p:cNvSpPr>
            <a:spLocks noGrp="1"/>
          </p:cNvSpPr>
          <p:nvPr/>
        </p:nvSpPr>
        <p:spPr>
          <a:xfrm>
            <a:off x="158305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7" name="tpl-p11-text-057">
            <a:extLst>
              <a:ext uri="{FF2B5EF4-FFF2-40B4-BE49-F238E27FC236}">
                <ns2:creationId id="{E0D04BE5-EF05-4739-887C-C9F4EFB68156}"/>
              </a:ext>
            </a:extLst>
          </p:cNvPr>
          <p:cNvSpPr>
            <a:spLocks noGrp="1"/>
          </p:cNvSpPr>
          <p:nvPr/>
        </p:nvSpPr>
        <p:spPr>
          <a:xfrm>
            <a:off x="158305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{{n208}}</a:t>
            </a:r>
          </a:p>
        </p:txBody>
      </p:sp>
      <p:sp>
        <p:nvSpPr>
          <p:cNvPr id="68" name="tpl-p11-text-058">
            <a:extLst>
              <a:ext uri="{FF2B5EF4-FFF2-40B4-BE49-F238E27FC236}">
                <ns2:creationId id="{A504B784-D39A-462C-B066-126BA1687E8A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「対象外」は集計に含みません。</a:t>
            </a:r>
          </a:p>
        </p:txBody>
      </p:sp>
      <p:sp>
        <p:nvSpPr>
          <p:cNvPr id="70" name="tpl-p11-image-01">
            <a:extLst>
              <a:ext uri="{FF2B5EF4-FFF2-40B4-BE49-F238E27FC236}">
                <ns2:creationId id="{E6A086BB-9B7F-40AC-BE9E-B2A3201D3CE8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20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{{i051}}</a:t>
            </a:r>
          </a:p>
        </p:txBody>
      </p:sp>
      <p:sp>
        <p:nvSpPr>
          <p:cNvPr id="71" name="tpl-p11-image-02">
            <a:extLst>
              <a:ext uri="{FF2B5EF4-FFF2-40B4-BE49-F238E27FC236}">
                <ns2:creationId id="{AB08FFF9-86BB-42AF-B630-41F1446CEDFD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1529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{{i052}}</a:t>
            </a:r>
          </a:p>
        </p:txBody>
      </p:sp>
      <p:sp>
        <p:nvSpPr>
          <p:cNvPr id="72" name="tpl-p11-image-03">
            <a:extLst>
              <a:ext uri="{FF2B5EF4-FFF2-40B4-BE49-F238E27FC236}">
                <ns2:creationId id="{09C26124-95E3-49BE-A7C2-7A25F90D77A5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75438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{{i053}}</a:t>
            </a:r>
          </a:p>
        </p:txBody>
      </p:sp>
      <p:sp>
        <p:nvSpPr>
          <p:cNvPr id="73" name="tpl-p11-image-04">
            <a:extLst>
              <a:ext uri="{FF2B5EF4-FFF2-40B4-BE49-F238E27FC236}">
                <ns2:creationId id="{5DB720F8-5950-48CA-86D9-0B5F4F2CB00F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09347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{{i054}}</a:t>
            </a:r>
          </a:p>
        </p:txBody>
      </p:sp>
      <p:sp>
        <p:nvSpPr>
          <p:cNvPr id="74" name="tpl-p11-image-05">
            <a:extLst>
              <a:ext uri="{FF2B5EF4-FFF2-40B4-BE49-F238E27FC236}">
                <ns2:creationId id="{F7A2F2C8-B3AB-4928-9F38-04E0857DAB97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43256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{{i055}}</a:t>
            </a:r>
          </a:p>
        </p:txBody>
      </p:sp>
      <p:sp>
        <p:nvSpPr>
          <p:cNvPr id="75" name="tpl-p11-image-06">
            <a:extLst>
              <a:ext uri="{FF2B5EF4-FFF2-40B4-BE49-F238E27FC236}">
                <ns2:creationId id="{7E5FC320-43B9-440D-BD52-8EF81FCE8F48}"/>
              </a:ext>
            </a:extLst>
          </p:cNvPr>
          <p:cNvSpPr>
            <a:spLocks noGrp="1"/>
          </p:cNvSpPr>
          <p:nvPr>
            <p:ph type="pic" idx="06"/>
          </p:nvPr>
        </p:nvSpPr>
        <p:spPr>
          <a:xfrm>
            <a:off x="7620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{{i056}}</a:t>
            </a:r>
          </a:p>
        </p:txBody>
      </p:sp>
      <p:sp>
        <p:nvSpPr>
          <p:cNvPr id="76" name="tpl-p11-image-07">
            <a:extLst>
              <a:ext uri="{FF2B5EF4-FFF2-40B4-BE49-F238E27FC236}">
                <ns2:creationId id="{9CDC87EE-D1DD-4D62-8000-46733AEBF6DE}"/>
              </a:ext>
            </a:extLst>
          </p:cNvPr>
          <p:cNvSpPr>
            <a:spLocks noGrp="1"/>
          </p:cNvSpPr>
          <p:nvPr>
            <p:ph type="pic" idx="07"/>
          </p:nvPr>
        </p:nvSpPr>
        <p:spPr>
          <a:xfrm>
            <a:off x="41529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{{i057}}</a:t>
            </a:r>
          </a:p>
        </p:txBody>
      </p:sp>
      <p:sp>
        <p:nvSpPr>
          <p:cNvPr id="77" name="tpl-p11-image-08">
            <a:extLst>
              <a:ext uri="{FF2B5EF4-FFF2-40B4-BE49-F238E27FC236}">
                <ns2:creationId id="{EE64AAA9-A279-4827-9D71-AA38F147E1A1}"/>
              </a:ext>
            </a:extLst>
          </p:cNvPr>
          <p:cNvSpPr>
            <a:spLocks noGrp="1"/>
          </p:cNvSpPr>
          <p:nvPr>
            <p:ph type="pic" idx="08"/>
          </p:nvPr>
        </p:nvSpPr>
        <p:spPr>
          <a:xfrm>
            <a:off x="75438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{{i058}}</a:t>
            </a:r>
          </a:p>
        </p:txBody>
      </p:sp>
      <p:sp>
        <p:nvSpPr>
          <p:cNvPr id="78" name="tpl-p11-image-09">
            <a:extLst>
              <a:ext uri="{FF2B5EF4-FFF2-40B4-BE49-F238E27FC236}">
                <ns2:creationId id="{72F4718E-BA71-484A-91F3-FA879E5CCAA9}"/>
              </a:ext>
            </a:extLst>
          </p:cNvPr>
          <p:cNvSpPr>
            <a:spLocks noGrp="1"/>
          </p:cNvSpPr>
          <p:nvPr>
            <p:ph type="pic" idx="09"/>
          </p:nvPr>
        </p:nvSpPr>
        <p:spPr>
          <a:xfrm>
            <a:off x="109347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{{i059}}</a:t>
            </a:r>
          </a:p>
        </p:txBody>
      </p:sp>
      <p:sp>
        <p:nvSpPr>
          <p:cNvPr id="79" name="tpl-p11-image-10">
            <a:extLst>
              <a:ext uri="{FF2B5EF4-FFF2-40B4-BE49-F238E27FC236}">
                <ns2:creationId id="{B0D57A85-3A2C-4B05-836C-CE9B04E8D29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3256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{{i060}}</a:t>
            </a:r>
          </a:p>
        </p:txBody>
      </p:sp>
    </p:spTree>
    <p:extLst>
      <p:ext uri="{BB962C8B-B14F-4D97-AF65-F5344CB8AC3E}">
        <ns3:creationId val="91673141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tpl-p12-text-001">
            <a:extLst>
              <a:ext uri="{FF2B5EF4-FFF2-40B4-BE49-F238E27FC236}">
                <ns2:creationId id="{15705361-82ED-4F58-A65B-6A576CAEC6EA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2-text-002">
            <a:extLst>
              <a:ext uri="{FF2B5EF4-FFF2-40B4-BE49-F238E27FC236}">
                <ns2:creationId id="{B694CB98-6181-43B4-A9E7-2AA37679EE3B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{{b}}｜再生数 TOP5</a:t>
            </a:r>
          </a:p>
        </p:txBody>
      </p:sp>
      <p:sp>
        <p:nvSpPr>
          <p:cNvPr id="3" name="tpl-p12-text-003">
            <a:extLst>
              <a:ext uri="{FF2B5EF4-FFF2-40B4-BE49-F238E27FC236}">
                <ns2:creationId id="{024FC65E-0CFF-4653-8A06-3E94FE9A898A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検索「{{q_b}}」 対象{{n209}}件</a:t>
            </a:r>
          </a:p>
        </p:txBody>
      </p:sp>
      <p:sp>
        <p:nvSpPr>
          <p:cNvPr id="4" name="tpl-p12-text-004">
            <a:extLst>
              <a:ext uri="{FF2B5EF4-FFF2-40B4-BE49-F238E27FC236}">
                <ns2:creationId id="{312F0E64-8426-4D8F-A5AD-0F7A3AD76DE1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12 / 25</a:t>
            </a:r>
          </a:p>
        </p:txBody>
      </p:sp>
      <p:sp>
        <p:nvSpPr>
          <p:cNvPr id="5" name="tpl-p12-text-005">
            <a:extLst>
              <a:ext uri="{FF2B5EF4-FFF2-40B4-BE49-F238E27FC236}">
                <ns2:creationId id="{7CF26680-9571-49C9-86DE-5B6A16CC6E6F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F0F9FF"/>
          </a:solidFill>
          <a:ln w="0">
            <a:noFill/>
          </a:ln>
        </p:spPr>
      </p:sp>
      <p:sp>
        <p:nvSpPr>
          <p:cNvPr id="6" name="tpl-p12-text-006">
            <a:extLst>
              <a:ext uri="{FF2B5EF4-FFF2-40B4-BE49-F238E27FC236}">
                <ns2:creationId id="{8E51F884-1ED4-4772-8E5A-D41FF9F8CC4C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再生数上位の特徴・自社で試す要素</a:t>
            </a:r>
          </a:p>
        </p:txBody>
      </p:sp>
      <p:sp>
        <p:nvSpPr>
          <p:cNvPr id="7" name="tpl-p12-text-007">
            <a:extLst>
              <a:ext uri="{FF2B5EF4-FFF2-40B4-BE49-F238E27FC236}">
                <ns2:creationId id="{0D2BBD15-110D-4F3C-9F62-9E9FB36F0B3B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12-text-008">
            <a:extLst>
              <a:ext uri="{FF2B5EF4-FFF2-40B4-BE49-F238E27FC236}">
                <ns2:creationId id="{99494D57-3D2D-430D-B487-ADF80C863C01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{{t017}}</a:t>
            </a:r>
          </a:p>
        </p:txBody>
      </p:sp>
      <p:sp>
        <p:nvSpPr>
          <p:cNvPr id="9" name="tpl-p12-text-009">
            <a:extLst>
              <a:ext uri="{FF2B5EF4-FFF2-40B4-BE49-F238E27FC236}">
                <ns2:creationId id="{68985E39-9CC2-422B-BEF5-BA21AABDE27C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12-text-010">
            <a:extLst>
              <a:ext uri="{FF2B5EF4-FFF2-40B4-BE49-F238E27FC236}">
                <ns2:creationId id="{48034FED-08BB-46B7-B97D-90B62DD14539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{{t018}}</a:t>
            </a:r>
          </a:p>
        </p:txBody>
      </p:sp>
      <p:sp>
        <p:nvSpPr>
          <p:cNvPr id="11" name="tpl-p12-text-011">
            <a:extLst>
              <a:ext uri="{FF2B5EF4-FFF2-40B4-BE49-F238E27FC236}">
                <ns2:creationId id="{3B06D7D6-3596-49B9-B018-FE5530D71A8E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12-text-012">
            <a:extLst>
              <a:ext uri="{FF2B5EF4-FFF2-40B4-BE49-F238E27FC236}">
                <ns2:creationId id="{10AE0A2F-915B-4036-A417-F68FEBE1C125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12-text-013">
            <a:extLst>
              <a:ext uri="{FF2B5EF4-FFF2-40B4-BE49-F238E27FC236}">
                <ns2:creationId id="{329A6412-A43A-4702-BE8E-386A0F7FADAE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{{a065}}</a:t>
            </a:r>
          </a:p>
        </p:txBody>
      </p:sp>
      <p:sp>
        <p:nvSpPr>
          <p:cNvPr id="15" name="tpl-p12-text-014">
            <a:extLst>
              <a:ext uri="{FF2B5EF4-FFF2-40B4-BE49-F238E27FC236}">
                <ns2:creationId id="{B738C7E9-9FDA-48EF-8C84-7016F705AE49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{{n210}}</a:t>
            </a:r>
          </a:p>
        </p:txBody>
      </p:sp>
      <p:sp>
        <p:nvSpPr>
          <p:cNvPr id="16" name="tpl-p12-text-015">
            <a:extLst>
              <a:ext uri="{FF2B5EF4-FFF2-40B4-BE49-F238E27FC236}">
                <ns2:creationId id="{DFC65F2B-6199-4BDF-9568-6618601BDAD9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7" name="tpl-p12-text-016">
            <a:extLst>
              <a:ext uri="{FF2B5EF4-FFF2-40B4-BE49-F238E27FC236}">
                <ns2:creationId id="{7C3449CC-A82E-424A-BD5F-D76C96318851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18" name="tpl-p12-text-017">
            <a:extLst>
              <a:ext uri="{FF2B5EF4-FFF2-40B4-BE49-F238E27FC236}">
                <ns2:creationId id="{C06A4F67-23FB-4906-89C1-AD6B9FB7FEE5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{{n211}}</a:t>
            </a:r>
          </a:p>
        </p:txBody>
      </p:sp>
      <p:sp>
        <p:nvSpPr>
          <p:cNvPr id="19" name="tpl-p12-text-018">
            <a:extLst>
              <a:ext uri="{FF2B5EF4-FFF2-40B4-BE49-F238E27FC236}">
                <ns2:creationId id="{23B7170F-B880-41DD-B7E4-0D0D9AC2EF20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0" name="tpl-p12-text-019">
            <a:extLst>
              <a:ext uri="{FF2B5EF4-FFF2-40B4-BE49-F238E27FC236}">
                <ns2:creationId id="{44CC8E8E-9912-44B4-9BDA-2F039599D110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{{n212}}</a:t>
            </a:r>
          </a:p>
        </p:txBody>
      </p:sp>
      <p:sp>
        <p:nvSpPr>
          <p:cNvPr id="21" name="tpl-p12-text-020">
            <a:extLst>
              <a:ext uri="{FF2B5EF4-FFF2-40B4-BE49-F238E27FC236}">
                <ns2:creationId id="{89346D1C-9563-4832-A9E7-6D5473DEBC7A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2" name="tpl-p12-text-021">
            <a:extLst>
              <a:ext uri="{FF2B5EF4-FFF2-40B4-BE49-F238E27FC236}">
                <ns2:creationId id="{C158B9BC-2EC1-49FC-B935-CFA6031238CB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{{n213}}</a:t>
            </a:r>
          </a:p>
        </p:txBody>
      </p:sp>
      <p:sp>
        <p:nvSpPr>
          <p:cNvPr id="23" name="tpl-p12-text-022">
            <a:extLst>
              <a:ext uri="{FF2B5EF4-FFF2-40B4-BE49-F238E27FC236}">
                <ns2:creationId id="{5A42AEDD-44B9-4AEC-A000-78B980BA48C7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24" name="tpl-p12-text-023">
            <a:extLst>
              <a:ext uri="{FF2B5EF4-FFF2-40B4-BE49-F238E27FC236}">
                <ns2:creationId id="{342655DD-31AA-45A2-9BC4-AC364BE35A0A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{{n214}}</a:t>
            </a:r>
          </a:p>
        </p:txBody>
      </p:sp>
      <p:sp>
        <p:nvSpPr>
          <p:cNvPr id="25" name="tpl-p12-text-024">
            <a:extLst>
              <a:ext uri="{FF2B5EF4-FFF2-40B4-BE49-F238E27FC236}">
                <ns2:creationId id="{5F48CB76-6DDB-4AFA-B3C2-A35B7714AA25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12-text-025">
            <a:extLst>
              <a:ext uri="{FF2B5EF4-FFF2-40B4-BE49-F238E27FC236}">
                <ns2:creationId id="{7FB17669-6260-4D51-A36F-9A8F91C8C334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12-text-026">
            <a:extLst>
              <a:ext uri="{FF2B5EF4-FFF2-40B4-BE49-F238E27FC236}">
                <ns2:creationId id="{1475D9DA-4A90-47E5-8C66-0CC1CB06D9CA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{{a066}}</a:t>
            </a:r>
          </a:p>
        </p:txBody>
      </p:sp>
      <p:sp>
        <p:nvSpPr>
          <p:cNvPr id="29" name="tpl-p12-text-027">
            <a:extLst>
              <a:ext uri="{FF2B5EF4-FFF2-40B4-BE49-F238E27FC236}">
                <ns2:creationId id="{44BCE186-DAAD-4E29-9EF2-BD3CD1606BBE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{{n215}}</a:t>
            </a:r>
          </a:p>
        </p:txBody>
      </p:sp>
      <p:sp>
        <p:nvSpPr>
          <p:cNvPr id="30" name="tpl-p12-text-028">
            <a:extLst>
              <a:ext uri="{FF2B5EF4-FFF2-40B4-BE49-F238E27FC236}">
                <ns2:creationId id="{A274E887-0380-4C36-84BD-05D95CC95112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1" name="tpl-p12-text-029">
            <a:extLst>
              <a:ext uri="{FF2B5EF4-FFF2-40B4-BE49-F238E27FC236}">
                <ns2:creationId id="{26DEB35C-1B69-4474-AB3A-6DD7D7F64B1D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2" name="tpl-p12-text-030">
            <a:extLst>
              <a:ext uri="{FF2B5EF4-FFF2-40B4-BE49-F238E27FC236}">
                <ns2:creationId id="{BE400A1C-F9DB-44B3-89CB-A08586F03189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{{n216}}</a:t>
            </a:r>
          </a:p>
        </p:txBody>
      </p:sp>
      <p:sp>
        <p:nvSpPr>
          <p:cNvPr id="33" name="tpl-p12-text-031">
            <a:extLst>
              <a:ext uri="{FF2B5EF4-FFF2-40B4-BE49-F238E27FC236}">
                <ns2:creationId id="{A48E9588-651D-44C2-9529-19CB60C5F81B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4" name="tpl-p12-text-032">
            <a:extLst>
              <a:ext uri="{FF2B5EF4-FFF2-40B4-BE49-F238E27FC236}">
                <ns2:creationId id="{0F1EF2DF-D35A-4DD6-B0C9-2828EF577898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{{n217}}</a:t>
            </a:r>
          </a:p>
        </p:txBody>
      </p:sp>
      <p:sp>
        <p:nvSpPr>
          <p:cNvPr id="35" name="tpl-p12-text-033">
            <a:extLst>
              <a:ext uri="{FF2B5EF4-FFF2-40B4-BE49-F238E27FC236}">
                <ns2:creationId id="{64DBB6A0-1D12-4005-AD47-B40DDB0BCFB8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6" name="tpl-p12-text-034">
            <a:extLst>
              <a:ext uri="{FF2B5EF4-FFF2-40B4-BE49-F238E27FC236}">
                <ns2:creationId id="{5D568E0F-F876-439B-B560-E6B00D2D9392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{{n218}}</a:t>
            </a:r>
          </a:p>
        </p:txBody>
      </p:sp>
      <p:sp>
        <p:nvSpPr>
          <p:cNvPr id="37" name="tpl-p12-text-035">
            <a:extLst>
              <a:ext uri="{FF2B5EF4-FFF2-40B4-BE49-F238E27FC236}">
                <ns2:creationId id="{A2C94D8A-5A4A-4F05-88DD-7DDA6B9FC3F6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38" name="tpl-p12-text-036">
            <a:extLst>
              <a:ext uri="{FF2B5EF4-FFF2-40B4-BE49-F238E27FC236}">
                <ns2:creationId id="{DEE7D0CA-268E-4A2D-8B15-06335DD1A99D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{{n219}}</a:t>
            </a:r>
          </a:p>
        </p:txBody>
      </p:sp>
      <p:sp>
        <p:nvSpPr>
          <p:cNvPr id="39" name="tpl-p12-text-037">
            <a:extLst>
              <a:ext uri="{FF2B5EF4-FFF2-40B4-BE49-F238E27FC236}">
                <ns2:creationId id="{3020DBF4-D3A1-465C-B43D-3768CA437C99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12-text-038">
            <a:extLst>
              <a:ext uri="{FF2B5EF4-FFF2-40B4-BE49-F238E27FC236}">
                <ns2:creationId id="{FE877048-5B99-4E41-A86E-FE1AFFD802E5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12-text-039">
            <a:extLst>
              <a:ext uri="{FF2B5EF4-FFF2-40B4-BE49-F238E27FC236}">
                <ns2:creationId id="{EF6EB37D-A4CD-4481-B7E1-6139E9C4B713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{{a067}}</a:t>
            </a:r>
          </a:p>
        </p:txBody>
      </p:sp>
      <p:sp>
        <p:nvSpPr>
          <p:cNvPr id="43" name="tpl-p12-text-040">
            <a:extLst>
              <a:ext uri="{FF2B5EF4-FFF2-40B4-BE49-F238E27FC236}">
                <ns2:creationId id="{F87494FA-41D6-4D05-B9D8-8C71E4F9FF60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{{n220}}</a:t>
            </a:r>
          </a:p>
        </p:txBody>
      </p:sp>
      <p:sp>
        <p:nvSpPr>
          <p:cNvPr id="44" name="tpl-p12-text-041">
            <a:extLst>
              <a:ext uri="{FF2B5EF4-FFF2-40B4-BE49-F238E27FC236}">
                <ns2:creationId id="{3D96797F-7435-4B41-AA0B-3AF534CABA66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5" name="tpl-p12-text-042">
            <a:extLst>
              <a:ext uri="{FF2B5EF4-FFF2-40B4-BE49-F238E27FC236}">
                <ns2:creationId id="{1DDC7D54-634F-4E0B-AA3E-12937F6D5506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6" name="tpl-p12-text-043">
            <a:extLst>
              <a:ext uri="{FF2B5EF4-FFF2-40B4-BE49-F238E27FC236}">
                <ns2:creationId id="{0A9F882B-1BF9-4B0B-A16A-30B892BEF96B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{{n221}}</a:t>
            </a:r>
          </a:p>
        </p:txBody>
      </p:sp>
      <p:sp>
        <p:nvSpPr>
          <p:cNvPr id="47" name="tpl-p12-text-044">
            <a:extLst>
              <a:ext uri="{FF2B5EF4-FFF2-40B4-BE49-F238E27FC236}">
                <ns2:creationId id="{43EA57FF-0F8F-443E-A01D-A23603FB3BBF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48" name="tpl-p12-text-045">
            <a:extLst>
              <a:ext uri="{FF2B5EF4-FFF2-40B4-BE49-F238E27FC236}">
                <ns2:creationId id="{F8EEE539-23CB-4725-A321-0753A5E53BB3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{{n222}}</a:t>
            </a:r>
          </a:p>
        </p:txBody>
      </p:sp>
      <p:sp>
        <p:nvSpPr>
          <p:cNvPr id="49" name="tpl-p12-text-046">
            <a:extLst>
              <a:ext uri="{FF2B5EF4-FFF2-40B4-BE49-F238E27FC236}">
                <ns2:creationId id="{D73945DB-5A23-4CCD-92B7-79662BDFD3D7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0" name="tpl-p12-text-047">
            <a:extLst>
              <a:ext uri="{FF2B5EF4-FFF2-40B4-BE49-F238E27FC236}">
                <ns2:creationId id="{86864B34-7729-448C-A660-87E4620181B0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{{n223}}</a:t>
            </a:r>
          </a:p>
        </p:txBody>
      </p:sp>
      <p:sp>
        <p:nvSpPr>
          <p:cNvPr id="51" name="tpl-p12-text-048">
            <a:extLst>
              <a:ext uri="{FF2B5EF4-FFF2-40B4-BE49-F238E27FC236}">
                <ns2:creationId id="{8C1BAB1B-C3DA-441D-B425-8C299FE4736A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52" name="tpl-p12-text-049">
            <a:extLst>
              <a:ext uri="{FF2B5EF4-FFF2-40B4-BE49-F238E27FC236}">
                <ns2:creationId id="{55BBF2B2-15A5-4A21-84D9-D91044857C2E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{{n224}}</a:t>
            </a:r>
          </a:p>
        </p:txBody>
      </p:sp>
      <p:sp>
        <p:nvSpPr>
          <p:cNvPr id="53" name="tpl-p12-text-050">
            <a:extLst>
              <a:ext uri="{FF2B5EF4-FFF2-40B4-BE49-F238E27FC236}">
                <ns2:creationId id="{FB44E8C5-1E5E-40A8-A775-A4BDAD1F0D90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12-text-051">
            <a:extLst>
              <a:ext uri="{FF2B5EF4-FFF2-40B4-BE49-F238E27FC236}">
                <ns2:creationId id="{4A1D4BB0-0C03-4FCE-A510-20E27110FCBA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6" name="tpl-p12-text-052">
            <a:extLst>
              <a:ext uri="{FF2B5EF4-FFF2-40B4-BE49-F238E27FC236}">
                <ns2:creationId id="{E813D69C-F243-4D3B-8280-1AC3A694EA8B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{{a068}}</a:t>
            </a:r>
          </a:p>
        </p:txBody>
      </p:sp>
      <p:sp>
        <p:nvSpPr>
          <p:cNvPr id="57" name="tpl-p12-text-053">
            <a:extLst>
              <a:ext uri="{FF2B5EF4-FFF2-40B4-BE49-F238E27FC236}">
                <ns2:creationId id="{18510E88-7BC2-4D38-B731-569F591230B5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{{n225}}</a:t>
            </a:r>
          </a:p>
        </p:txBody>
      </p:sp>
      <p:sp>
        <p:nvSpPr>
          <p:cNvPr id="58" name="tpl-p12-text-054">
            <a:extLst>
              <a:ext uri="{FF2B5EF4-FFF2-40B4-BE49-F238E27FC236}">
                <ns2:creationId id="{22A5CD58-C59A-4C99-B487-AE166ED026AD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9" name="tpl-p12-text-055">
            <a:extLst>
              <a:ext uri="{FF2B5EF4-FFF2-40B4-BE49-F238E27FC236}">
                <ns2:creationId id="{83F46018-409E-4B34-B483-371FC78B707C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0" name="tpl-p12-text-056">
            <a:extLst>
              <a:ext uri="{FF2B5EF4-FFF2-40B4-BE49-F238E27FC236}">
                <ns2:creationId id="{19589463-210A-4EA4-8AE5-8C5A6B7255AA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{{n226}}</a:t>
            </a:r>
          </a:p>
        </p:txBody>
      </p:sp>
      <p:sp>
        <p:nvSpPr>
          <p:cNvPr id="61" name="tpl-p12-text-057">
            <a:extLst>
              <a:ext uri="{FF2B5EF4-FFF2-40B4-BE49-F238E27FC236}">
                <ns2:creationId id="{859EF987-979B-49F5-9F6C-022E713FC820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2" name="tpl-p12-text-058">
            <a:extLst>
              <a:ext uri="{FF2B5EF4-FFF2-40B4-BE49-F238E27FC236}">
                <ns2:creationId id="{7C355A8D-8FE2-4584-8B38-E00219C8DCA0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{{n227}}</a:t>
            </a:r>
          </a:p>
        </p:txBody>
      </p:sp>
      <p:sp>
        <p:nvSpPr>
          <p:cNvPr id="63" name="tpl-p12-text-059">
            <a:extLst>
              <a:ext uri="{FF2B5EF4-FFF2-40B4-BE49-F238E27FC236}">
                <ns2:creationId id="{5E0E4B30-7D43-4248-86F7-050976B378A5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4" name="tpl-p12-text-060">
            <a:extLst>
              <a:ext uri="{FF2B5EF4-FFF2-40B4-BE49-F238E27FC236}">
                <ns2:creationId id="{F311BEB5-EC91-4DA3-810E-4109149BFB99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{{n228}}</a:t>
            </a:r>
          </a:p>
        </p:txBody>
      </p:sp>
      <p:sp>
        <p:nvSpPr>
          <p:cNvPr id="65" name="tpl-p12-text-061">
            <a:extLst>
              <a:ext uri="{FF2B5EF4-FFF2-40B4-BE49-F238E27FC236}">
                <ns2:creationId id="{D0E08A8A-4ACC-4255-A6D8-FE12D57E32B2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66" name="tpl-p12-text-062">
            <a:extLst>
              <a:ext uri="{FF2B5EF4-FFF2-40B4-BE49-F238E27FC236}">
                <ns2:creationId id="{3AC71E24-0CAA-4B90-AA7A-1307A1E6ED5A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{{n229}}</a:t>
            </a:r>
          </a:p>
        </p:txBody>
      </p:sp>
      <p:sp>
        <p:nvSpPr>
          <p:cNvPr id="67" name="tpl-p12-text-063">
            <a:extLst>
              <a:ext uri="{FF2B5EF4-FFF2-40B4-BE49-F238E27FC236}">
                <ns2:creationId id="{1A784851-A517-4291-A23F-D6B4DD475A12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8" name="tpl-p12-text-064">
            <a:extLst>
              <a:ext uri="{FF2B5EF4-FFF2-40B4-BE49-F238E27FC236}">
                <ns2:creationId id="{A9F67856-2520-4645-AA0F-6D9EBB0E2F51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tpl-p12-text-065">
            <a:extLst>
              <a:ext uri="{FF2B5EF4-FFF2-40B4-BE49-F238E27FC236}">
                <ns2:creationId id="{9F54897E-898D-48EA-B467-5D752755D3D9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{{a069}}</a:t>
            </a:r>
          </a:p>
        </p:txBody>
      </p:sp>
      <p:sp>
        <p:nvSpPr>
          <p:cNvPr id="71" name="tpl-p12-text-066">
            <a:extLst>
              <a:ext uri="{FF2B5EF4-FFF2-40B4-BE49-F238E27FC236}">
                <ns2:creationId id="{A6E92377-03C5-4875-A671-C993B567650D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{{n230}}</a:t>
            </a:r>
          </a:p>
        </p:txBody>
      </p:sp>
      <p:sp>
        <p:nvSpPr>
          <p:cNvPr id="72" name="tpl-p12-text-067">
            <a:extLst>
              <a:ext uri="{FF2B5EF4-FFF2-40B4-BE49-F238E27FC236}">
                <ns2:creationId id="{CDF9B1AE-D5B5-4FA0-A96F-D38D25E59F2A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73" name="tpl-p12-text-068">
            <a:extLst>
              <a:ext uri="{FF2B5EF4-FFF2-40B4-BE49-F238E27FC236}">
                <ns2:creationId id="{63EE4F37-54A6-4AC1-8B49-450FDFB205EE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4" name="tpl-p12-text-069">
            <a:extLst>
              <a:ext uri="{FF2B5EF4-FFF2-40B4-BE49-F238E27FC236}">
                <ns2:creationId id="{39A0B673-AEAB-489B-B899-F8847FBDA0C2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{{n231}}</a:t>
            </a:r>
          </a:p>
        </p:txBody>
      </p:sp>
      <p:sp>
        <p:nvSpPr>
          <p:cNvPr id="75" name="tpl-p12-text-070">
            <a:extLst>
              <a:ext uri="{FF2B5EF4-FFF2-40B4-BE49-F238E27FC236}">
                <ns2:creationId id="{EA4777CC-7DC2-4BCB-98A5-84B284067F06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6" name="tpl-p12-text-071">
            <a:extLst>
              <a:ext uri="{FF2B5EF4-FFF2-40B4-BE49-F238E27FC236}">
                <ns2:creationId id="{7E5F8497-3D61-4AED-85EE-4C44CB56848D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{{n232}}</a:t>
            </a:r>
          </a:p>
        </p:txBody>
      </p:sp>
      <p:sp>
        <p:nvSpPr>
          <p:cNvPr id="77" name="tpl-p12-text-072">
            <a:extLst>
              <a:ext uri="{FF2B5EF4-FFF2-40B4-BE49-F238E27FC236}">
                <ns2:creationId id="{E6F97B15-26F6-4784-B22C-626CDFE8BE18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78" name="tpl-p12-text-073">
            <a:extLst>
              <a:ext uri="{FF2B5EF4-FFF2-40B4-BE49-F238E27FC236}">
                <ns2:creationId id="{DCC72963-0C8B-4A41-8056-79DEE758A06E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{{n233}}</a:t>
            </a:r>
          </a:p>
        </p:txBody>
      </p:sp>
      <p:sp>
        <p:nvSpPr>
          <p:cNvPr id="79" name="tpl-p12-text-074">
            <a:extLst>
              <a:ext uri="{FF2B5EF4-FFF2-40B4-BE49-F238E27FC236}">
                <ns2:creationId id="{A5CCAB16-8A0E-4465-8F7B-960ED91A6730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80" name="tpl-p12-text-075">
            <a:extLst>
              <a:ext uri="{FF2B5EF4-FFF2-40B4-BE49-F238E27FC236}">
                <ns2:creationId id="{1BA5A8DD-F30D-438F-B151-FC4E7708E7A1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{{n234}}</a:t>
            </a:r>
          </a:p>
        </p:txBody>
      </p:sp>
      <p:sp>
        <p:nvSpPr>
          <p:cNvPr id="82" name="tpl-p12-image-01">
            <a:extLst>
              <a:ext uri="{FF2B5EF4-FFF2-40B4-BE49-F238E27FC236}">
                <ns2:creationId id="{E8A097B1-3FEC-4227-A327-D0BF421FAF4A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{{i061}}</a:t>
            </a:r>
          </a:p>
        </p:txBody>
      </p:sp>
      <p:sp>
        <p:nvSpPr>
          <p:cNvPr id="83" name="tpl-p12-image-02">
            <a:extLst>
              <a:ext uri="{FF2B5EF4-FFF2-40B4-BE49-F238E27FC236}">
                <ns2:creationId id="{ACBD6E35-E26F-4F47-87E9-2948F27F48CE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{{i062}}</a:t>
            </a:r>
          </a:p>
        </p:txBody>
      </p:sp>
      <p:sp>
        <p:nvSpPr>
          <p:cNvPr id="84" name="tpl-p12-image-03">
            <a:extLst>
              <a:ext uri="{FF2B5EF4-FFF2-40B4-BE49-F238E27FC236}">
                <ns2:creationId id="{9006DAC9-B03C-4725-A112-0E5BAAF48C10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{{i063}}</a:t>
            </a:r>
          </a:p>
        </p:txBody>
      </p:sp>
      <p:sp>
        <p:nvSpPr>
          <p:cNvPr id="85" name="tpl-p12-image-04">
            <a:extLst>
              <a:ext uri="{FF2B5EF4-FFF2-40B4-BE49-F238E27FC236}">
                <ns2:creationId id="{D927EC4D-A7DB-4447-94E7-5F3F74BB9BFB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{{i064}}</a:t>
            </a:r>
          </a:p>
        </p:txBody>
      </p:sp>
      <p:sp>
        <p:nvSpPr>
          <p:cNvPr id="86" name="tpl-p12-image-05">
            <a:extLst>
              <a:ext uri="{FF2B5EF4-FFF2-40B4-BE49-F238E27FC236}">
                <ns2:creationId id="{ECF18A90-7BA2-47C2-9670-ED8B0F021194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{{i065}}</a:t>
            </a:r>
          </a:p>
        </p:txBody>
      </p:sp>
    </p:spTree>
    <p:extLst>
      <p:ext uri="{BB962C8B-B14F-4D97-AF65-F5344CB8AC3E}">
        <ns3:creationId val="229740033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tpl-p13-text-001">
            <a:extLst>
              <a:ext uri="{FF2B5EF4-FFF2-40B4-BE49-F238E27FC236}">
                <ns2:creationId id="{718EAF6C-A4CF-44EE-97E0-C0742665130E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3-text-002">
            <a:extLst>
              <a:ext uri="{FF2B5EF4-FFF2-40B4-BE49-F238E27FC236}">
                <ns2:creationId id="{ACCDE8E9-CF60-4148-A36B-F45CF5E94D7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CE0000"/>
                </a:solidFill>
                <a:latin typeface="YuGothic"/>
                <a:ea typeface="YuGothic"/>
                <a:cs typeface="YuGothic"/>
              </a:rPr>
              <a:t>{{b}}｜反応率 TOP5</a:t>
            </a:r>
          </a:p>
        </p:txBody>
      </p:sp>
      <p:sp>
        <p:nvSpPr>
          <p:cNvPr id="3" name="tpl-p13-text-003">
            <a:extLst>
              <a:ext uri="{FF2B5EF4-FFF2-40B4-BE49-F238E27FC236}">
                <ns2:creationId id="{EA0F1DE7-782B-46C5-85F2-DAB41D27ACE5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検索「{{q_b}}」 対象{{n235}}件</a:t>
            </a:r>
          </a:p>
        </p:txBody>
      </p:sp>
      <p:sp>
        <p:nvSpPr>
          <p:cNvPr id="4" name="tpl-p13-text-004">
            <a:extLst>
              <a:ext uri="{FF2B5EF4-FFF2-40B4-BE49-F238E27FC236}">
                <ns2:creationId id="{CABDB623-3A8A-438D-95AB-64EEE8409887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13 / 25</a:t>
            </a:r>
          </a:p>
        </p:txBody>
      </p:sp>
      <p:sp>
        <p:nvSpPr>
          <p:cNvPr id="5" name="tpl-p13-text-005">
            <a:extLst>
              <a:ext uri="{FF2B5EF4-FFF2-40B4-BE49-F238E27FC236}">
                <ns2:creationId id="{3A9857FE-D7A3-46B7-A32E-6BD3B662A2F9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FDEEEE"/>
          </a:solidFill>
          <a:ln w="0">
            <a:noFill/>
          </a:ln>
        </p:spPr>
      </p:sp>
      <p:sp>
        <p:nvSpPr>
          <p:cNvPr id="6" name="tpl-p13-text-006">
            <a:extLst>
              <a:ext uri="{FF2B5EF4-FFF2-40B4-BE49-F238E27FC236}">
                <ns2:creationId id="{F0168227-D5C8-4788-9566-A2C66030E7EC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CE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CE0000"/>
                </a:solidFill>
                <a:latin typeface="YuGothic"/>
                <a:ea typeface="YuGothic"/>
                <a:cs typeface="YuGothic"/>
              </a:rPr>
              <a:t>反応率上位の特徴・自社で試す要素</a:t>
            </a:r>
          </a:p>
        </p:txBody>
      </p:sp>
      <p:sp>
        <p:nvSpPr>
          <p:cNvPr id="7" name="tpl-p13-text-007">
            <a:extLst>
              <a:ext uri="{FF2B5EF4-FFF2-40B4-BE49-F238E27FC236}">
                <ns2:creationId id="{20A44D00-46A3-495E-BC21-8207AC3D8BFE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13-text-008">
            <a:extLst>
              <a:ext uri="{FF2B5EF4-FFF2-40B4-BE49-F238E27FC236}">
                <ns2:creationId id="{5E052B76-175C-4D79-8C14-16ABCD6F1F11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{{t019}}</a:t>
            </a:r>
          </a:p>
        </p:txBody>
      </p:sp>
      <p:sp>
        <p:nvSpPr>
          <p:cNvPr id="9" name="tpl-p13-text-009">
            <a:extLst>
              <a:ext uri="{FF2B5EF4-FFF2-40B4-BE49-F238E27FC236}">
                <ns2:creationId id="{206952E3-EB3A-4B15-880F-5BF540E7FC53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13-text-010">
            <a:extLst>
              <a:ext uri="{FF2B5EF4-FFF2-40B4-BE49-F238E27FC236}">
                <ns2:creationId id="{FF767E4C-2355-4563-BA86-18CC93C0E5E4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{{t020}}</a:t>
            </a:r>
          </a:p>
        </p:txBody>
      </p:sp>
      <p:sp>
        <p:nvSpPr>
          <p:cNvPr id="11" name="tpl-p13-text-011">
            <a:extLst>
              <a:ext uri="{FF2B5EF4-FFF2-40B4-BE49-F238E27FC236}">
                <ns2:creationId id="{00900BB1-5839-412C-88C2-4CD27589F7A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13-text-012">
            <a:extLst>
              <a:ext uri="{FF2B5EF4-FFF2-40B4-BE49-F238E27FC236}">
                <ns2:creationId id="{894701B3-1E55-4B85-838E-A16AC5A6C9B5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13-text-013">
            <a:extLst>
              <a:ext uri="{FF2B5EF4-FFF2-40B4-BE49-F238E27FC236}">
                <ns2:creationId id="{F65F8BC6-12D9-4555-8595-00137B126915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{{a070}}</a:t>
            </a:r>
          </a:p>
        </p:txBody>
      </p:sp>
      <p:sp>
        <p:nvSpPr>
          <p:cNvPr id="15" name="tpl-p13-text-014">
            <a:extLst>
              <a:ext uri="{FF2B5EF4-FFF2-40B4-BE49-F238E27FC236}">
                <ns2:creationId id="{FDCD18C2-4BDB-4533-9984-F4299C0C918D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{{n236}}</a:t>
            </a:r>
          </a:p>
        </p:txBody>
      </p:sp>
      <p:sp>
        <p:nvSpPr>
          <p:cNvPr id="16" name="tpl-p13-text-015">
            <a:extLst>
              <a:ext uri="{FF2B5EF4-FFF2-40B4-BE49-F238E27FC236}">
                <ns2:creationId id="{59ED90D4-D7ED-4D76-9757-68148D20D9DA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{{n237}} 回</a:t>
            </a:r>
          </a:p>
        </p:txBody>
      </p:sp>
      <p:sp>
        <p:nvSpPr>
          <p:cNvPr id="17" name="tpl-p13-text-016">
            <a:extLst>
              <a:ext uri="{FF2B5EF4-FFF2-40B4-BE49-F238E27FC236}">
                <ns2:creationId id="{9F2F0EC0-A81C-4AD2-82BC-2CF23CE8749A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18" name="tpl-p13-text-017">
            <a:extLst>
              <a:ext uri="{FF2B5EF4-FFF2-40B4-BE49-F238E27FC236}">
                <ns2:creationId id="{4C0350D0-88CA-4434-9086-7BBF309D5C73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{{n238}}</a:t>
            </a:r>
          </a:p>
        </p:txBody>
      </p:sp>
      <p:sp>
        <p:nvSpPr>
          <p:cNvPr id="19" name="tpl-p13-text-018">
            <a:extLst>
              <a:ext uri="{FF2B5EF4-FFF2-40B4-BE49-F238E27FC236}">
                <ns2:creationId id="{24DADA37-6358-46D8-82B3-8B50F93FB982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0" name="tpl-p13-text-019">
            <a:extLst>
              <a:ext uri="{FF2B5EF4-FFF2-40B4-BE49-F238E27FC236}">
                <ns2:creationId id="{1A743D49-1DBD-42E0-9695-EC61D90E690C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{{n239}}</a:t>
            </a:r>
          </a:p>
        </p:txBody>
      </p:sp>
      <p:sp>
        <p:nvSpPr>
          <p:cNvPr id="21" name="tpl-p13-text-020">
            <a:extLst>
              <a:ext uri="{FF2B5EF4-FFF2-40B4-BE49-F238E27FC236}">
                <ns2:creationId id="{CC70D0D1-2561-4468-BEB1-B5CE81C1A60D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2" name="tpl-p13-text-021">
            <a:extLst>
              <a:ext uri="{FF2B5EF4-FFF2-40B4-BE49-F238E27FC236}">
                <ns2:creationId id="{ACE50735-78E7-4165-9A15-215903685F9B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{{n240}}</a:t>
            </a:r>
          </a:p>
        </p:txBody>
      </p:sp>
      <p:sp>
        <p:nvSpPr>
          <p:cNvPr id="23" name="tpl-p13-text-022">
            <a:extLst>
              <a:ext uri="{FF2B5EF4-FFF2-40B4-BE49-F238E27FC236}">
                <ns2:creationId id="{E97E96ED-9E0B-42A3-BB17-01DF3D8D2B21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24" name="tpl-p13-text-023">
            <a:extLst>
              <a:ext uri="{FF2B5EF4-FFF2-40B4-BE49-F238E27FC236}">
                <ns2:creationId id="{5A66541E-062B-4AF7-BA9F-10839057AC02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{{n241}}</a:t>
            </a:r>
          </a:p>
        </p:txBody>
      </p:sp>
      <p:sp>
        <p:nvSpPr>
          <p:cNvPr id="25" name="tpl-p13-text-024">
            <a:extLst>
              <a:ext uri="{FF2B5EF4-FFF2-40B4-BE49-F238E27FC236}">
                <ns2:creationId id="{146E3338-94F0-4169-B9A0-A4AC504AF0CF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13-text-025">
            <a:extLst>
              <a:ext uri="{FF2B5EF4-FFF2-40B4-BE49-F238E27FC236}">
                <ns2:creationId id="{760ED008-B77E-46BD-9F5B-9F82378F4990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13-text-026">
            <a:extLst>
              <a:ext uri="{FF2B5EF4-FFF2-40B4-BE49-F238E27FC236}">
                <ns2:creationId id="{05BB807E-1A1B-4A21-9EEB-CCDF182CFC0E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{{a071}}</a:t>
            </a:r>
          </a:p>
        </p:txBody>
      </p:sp>
      <p:sp>
        <p:nvSpPr>
          <p:cNvPr id="29" name="tpl-p13-text-027">
            <a:extLst>
              <a:ext uri="{FF2B5EF4-FFF2-40B4-BE49-F238E27FC236}">
                <ns2:creationId id="{0B60455E-CA3F-4B40-8B6A-271A5C1DD9B1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{{n242}}</a:t>
            </a:r>
          </a:p>
        </p:txBody>
      </p:sp>
      <p:sp>
        <p:nvSpPr>
          <p:cNvPr id="30" name="tpl-p13-text-028">
            <a:extLst>
              <a:ext uri="{FF2B5EF4-FFF2-40B4-BE49-F238E27FC236}">
                <ns2:creationId id="{C2D439E3-33DE-424D-A9DE-5BD66D172821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{{n243}} 回</a:t>
            </a:r>
          </a:p>
        </p:txBody>
      </p:sp>
      <p:sp>
        <p:nvSpPr>
          <p:cNvPr id="31" name="tpl-p13-text-029">
            <a:extLst>
              <a:ext uri="{FF2B5EF4-FFF2-40B4-BE49-F238E27FC236}">
                <ns2:creationId id="{243FCCA0-1F0E-4A8B-B313-DD5476077725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2" name="tpl-p13-text-030">
            <a:extLst>
              <a:ext uri="{FF2B5EF4-FFF2-40B4-BE49-F238E27FC236}">
                <ns2:creationId id="{A27749DB-55D6-43B2-8C3D-3A543379B5DA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{{n244}}</a:t>
            </a:r>
          </a:p>
        </p:txBody>
      </p:sp>
      <p:sp>
        <p:nvSpPr>
          <p:cNvPr id="33" name="tpl-p13-text-031">
            <a:extLst>
              <a:ext uri="{FF2B5EF4-FFF2-40B4-BE49-F238E27FC236}">
                <ns2:creationId id="{02422A74-63CB-4776-841A-CFB02639E716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4" name="tpl-p13-text-032">
            <a:extLst>
              <a:ext uri="{FF2B5EF4-FFF2-40B4-BE49-F238E27FC236}">
                <ns2:creationId id="{0E288EF3-6E77-45C7-88DA-DD2CEED92E03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{{n245}}</a:t>
            </a:r>
          </a:p>
        </p:txBody>
      </p:sp>
      <p:sp>
        <p:nvSpPr>
          <p:cNvPr id="35" name="tpl-p13-text-033">
            <a:extLst>
              <a:ext uri="{FF2B5EF4-FFF2-40B4-BE49-F238E27FC236}">
                <ns2:creationId id="{8C848487-F90B-4CBA-9141-C2A026C9F2C6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6" name="tpl-p13-text-034">
            <a:extLst>
              <a:ext uri="{FF2B5EF4-FFF2-40B4-BE49-F238E27FC236}">
                <ns2:creationId id="{CFB773DB-A16D-4DC9-8A0F-79E62DF4B118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{{n246}}</a:t>
            </a:r>
          </a:p>
        </p:txBody>
      </p:sp>
      <p:sp>
        <p:nvSpPr>
          <p:cNvPr id="37" name="tpl-p13-text-035">
            <a:extLst>
              <a:ext uri="{FF2B5EF4-FFF2-40B4-BE49-F238E27FC236}">
                <ns2:creationId id="{B269DDDB-A592-407F-B689-EBFA64FF08A9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38" name="tpl-p13-text-036">
            <a:extLst>
              <a:ext uri="{FF2B5EF4-FFF2-40B4-BE49-F238E27FC236}">
                <ns2:creationId id="{BE18B6E9-59C5-4883-B90C-EBEE94BA11EC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{{n247}}</a:t>
            </a:r>
          </a:p>
        </p:txBody>
      </p:sp>
      <p:sp>
        <p:nvSpPr>
          <p:cNvPr id="39" name="tpl-p13-text-037">
            <a:extLst>
              <a:ext uri="{FF2B5EF4-FFF2-40B4-BE49-F238E27FC236}">
                <ns2:creationId id="{89503772-8D5C-4717-845E-C82CFA0184F7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13-text-038">
            <a:extLst>
              <a:ext uri="{FF2B5EF4-FFF2-40B4-BE49-F238E27FC236}">
                <ns2:creationId id="{E933C9BB-037F-49DD-9C9A-499B86FF5F34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13-text-039">
            <a:extLst>
              <a:ext uri="{FF2B5EF4-FFF2-40B4-BE49-F238E27FC236}">
                <ns2:creationId id="{C587BAA9-A5EA-4DD6-A19A-F3B9D49FD68B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{{a072}}</a:t>
            </a:r>
          </a:p>
        </p:txBody>
      </p:sp>
      <p:sp>
        <p:nvSpPr>
          <p:cNvPr id="43" name="tpl-p13-text-040">
            <a:extLst>
              <a:ext uri="{FF2B5EF4-FFF2-40B4-BE49-F238E27FC236}">
                <ns2:creationId id="{1F9CE94C-BA02-407E-AF6C-2FC535CAD3B5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{{n248}}</a:t>
            </a:r>
          </a:p>
        </p:txBody>
      </p:sp>
      <p:sp>
        <p:nvSpPr>
          <p:cNvPr id="44" name="tpl-p13-text-041">
            <a:extLst>
              <a:ext uri="{FF2B5EF4-FFF2-40B4-BE49-F238E27FC236}">
                <ns2:creationId id="{0BED6C13-6E39-4AE2-BDBD-812ECB013B6B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{{n249}} 回</a:t>
            </a:r>
          </a:p>
        </p:txBody>
      </p:sp>
      <p:sp>
        <p:nvSpPr>
          <p:cNvPr id="45" name="tpl-p13-text-042">
            <a:extLst>
              <a:ext uri="{FF2B5EF4-FFF2-40B4-BE49-F238E27FC236}">
                <ns2:creationId id="{566CE76A-74EE-4C5F-8452-F8A026DD714B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6" name="tpl-p13-text-043">
            <a:extLst>
              <a:ext uri="{FF2B5EF4-FFF2-40B4-BE49-F238E27FC236}">
                <ns2:creationId id="{6673BE53-8915-471B-94E3-5F015424E1BE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{{n250}}</a:t>
            </a:r>
          </a:p>
        </p:txBody>
      </p:sp>
      <p:sp>
        <p:nvSpPr>
          <p:cNvPr id="47" name="tpl-p13-text-044">
            <a:extLst>
              <a:ext uri="{FF2B5EF4-FFF2-40B4-BE49-F238E27FC236}">
                <ns2:creationId id="{D4C97F78-E150-47D8-8DE0-2C47868FE1D2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48" name="tpl-p13-text-045">
            <a:extLst>
              <a:ext uri="{FF2B5EF4-FFF2-40B4-BE49-F238E27FC236}">
                <ns2:creationId id="{71D20046-99A3-4D6A-9462-C8852EE01DD0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{{n251}}</a:t>
            </a:r>
          </a:p>
        </p:txBody>
      </p:sp>
      <p:sp>
        <p:nvSpPr>
          <p:cNvPr id="49" name="tpl-p13-text-046">
            <a:extLst>
              <a:ext uri="{FF2B5EF4-FFF2-40B4-BE49-F238E27FC236}">
                <ns2:creationId id="{11F4AB26-68C5-4124-91A8-CAC6D807EDAE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0" name="tpl-p13-text-047">
            <a:extLst>
              <a:ext uri="{FF2B5EF4-FFF2-40B4-BE49-F238E27FC236}">
                <ns2:creationId id="{3B3B3826-B61F-4CB1-A72D-E41FDA3AE0D3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{{n252}}</a:t>
            </a:r>
          </a:p>
        </p:txBody>
      </p:sp>
      <p:sp>
        <p:nvSpPr>
          <p:cNvPr id="51" name="tpl-p13-text-048">
            <a:extLst>
              <a:ext uri="{FF2B5EF4-FFF2-40B4-BE49-F238E27FC236}">
                <ns2:creationId id="{990CF9CB-EB1A-41EC-9191-BD1B7D44E765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52" name="tpl-p13-text-049">
            <a:extLst>
              <a:ext uri="{FF2B5EF4-FFF2-40B4-BE49-F238E27FC236}">
                <ns2:creationId id="{DC56AFD0-20AF-493F-9751-711362C1CDB9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{{n253}}</a:t>
            </a:r>
          </a:p>
        </p:txBody>
      </p:sp>
      <p:sp>
        <p:nvSpPr>
          <p:cNvPr id="53" name="tpl-p13-text-050">
            <a:extLst>
              <a:ext uri="{FF2B5EF4-FFF2-40B4-BE49-F238E27FC236}">
                <ns2:creationId id="{4C45ABB9-52B2-4295-A2DC-FA32313543D3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13-text-051">
            <a:extLst>
              <a:ext uri="{FF2B5EF4-FFF2-40B4-BE49-F238E27FC236}">
                <ns2:creationId id="{D09DDBF3-3A60-403B-A55E-B8ADECFA20A9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6" name="tpl-p13-text-052">
            <a:extLst>
              <a:ext uri="{FF2B5EF4-FFF2-40B4-BE49-F238E27FC236}">
                <ns2:creationId id="{9BBAC8E8-E3E9-4BB5-865C-C8DDCE1F3153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{{a073}}</a:t>
            </a:r>
          </a:p>
        </p:txBody>
      </p:sp>
      <p:sp>
        <p:nvSpPr>
          <p:cNvPr id="57" name="tpl-p13-text-053">
            <a:extLst>
              <a:ext uri="{FF2B5EF4-FFF2-40B4-BE49-F238E27FC236}">
                <ns2:creationId id="{467815CE-A130-42C0-992C-3449AC35F192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{{n254}}</a:t>
            </a:r>
          </a:p>
        </p:txBody>
      </p:sp>
      <p:sp>
        <p:nvSpPr>
          <p:cNvPr id="58" name="tpl-p13-text-054">
            <a:extLst>
              <a:ext uri="{FF2B5EF4-FFF2-40B4-BE49-F238E27FC236}">
                <ns2:creationId id="{BF8E95BE-76EB-469A-99D2-8F2821408456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{{n255}} 回</a:t>
            </a:r>
          </a:p>
        </p:txBody>
      </p:sp>
      <p:sp>
        <p:nvSpPr>
          <p:cNvPr id="59" name="tpl-p13-text-055">
            <a:extLst>
              <a:ext uri="{FF2B5EF4-FFF2-40B4-BE49-F238E27FC236}">
                <ns2:creationId id="{CC6BFED9-DF6F-4D84-A39B-1FE048BE1DCB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0" name="tpl-p13-text-056">
            <a:extLst>
              <a:ext uri="{FF2B5EF4-FFF2-40B4-BE49-F238E27FC236}">
                <ns2:creationId id="{EFA9D6FB-9837-4907-954D-16F8E83E568B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{{n256}}</a:t>
            </a:r>
          </a:p>
        </p:txBody>
      </p:sp>
      <p:sp>
        <p:nvSpPr>
          <p:cNvPr id="61" name="tpl-p13-text-057">
            <a:extLst>
              <a:ext uri="{FF2B5EF4-FFF2-40B4-BE49-F238E27FC236}">
                <ns2:creationId id="{8ECEC324-3B44-4255-A3DE-0D044B41E865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2" name="tpl-p13-text-058">
            <a:extLst>
              <a:ext uri="{FF2B5EF4-FFF2-40B4-BE49-F238E27FC236}">
                <ns2:creationId id="{8CC0A6EB-C3E8-4E2D-914A-900347C1BD88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{{n257}}</a:t>
            </a:r>
          </a:p>
        </p:txBody>
      </p:sp>
      <p:sp>
        <p:nvSpPr>
          <p:cNvPr id="63" name="tpl-p13-text-059">
            <a:extLst>
              <a:ext uri="{FF2B5EF4-FFF2-40B4-BE49-F238E27FC236}">
                <ns2:creationId id="{340EF4D1-F037-4D27-B07A-6351AF894E9D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4" name="tpl-p13-text-060">
            <a:extLst>
              <a:ext uri="{FF2B5EF4-FFF2-40B4-BE49-F238E27FC236}">
                <ns2:creationId id="{C3085D7A-03F7-4C39-8BE1-BDDB58EC3672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{{n258}}</a:t>
            </a:r>
          </a:p>
        </p:txBody>
      </p:sp>
      <p:sp>
        <p:nvSpPr>
          <p:cNvPr id="65" name="tpl-p13-text-061">
            <a:extLst>
              <a:ext uri="{FF2B5EF4-FFF2-40B4-BE49-F238E27FC236}">
                <ns2:creationId id="{A2F0D14A-80AD-4E8F-98D2-F2EF33D7A990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66" name="tpl-p13-text-062">
            <a:extLst>
              <a:ext uri="{FF2B5EF4-FFF2-40B4-BE49-F238E27FC236}">
                <ns2:creationId id="{32A5F808-BAB5-4F22-B5D9-FFE999EE48D6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{{n259}}</a:t>
            </a:r>
          </a:p>
        </p:txBody>
      </p:sp>
      <p:sp>
        <p:nvSpPr>
          <p:cNvPr id="67" name="tpl-p13-text-063">
            <a:extLst>
              <a:ext uri="{FF2B5EF4-FFF2-40B4-BE49-F238E27FC236}">
                <ns2:creationId id="{E22C0D03-A466-464B-8527-756007ABB37A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8" name="tpl-p13-text-064">
            <a:extLst>
              <a:ext uri="{FF2B5EF4-FFF2-40B4-BE49-F238E27FC236}">
                <ns2:creationId id="{6A66AF26-56DE-479B-9F0F-5851919B553A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tpl-p13-text-065">
            <a:extLst>
              <a:ext uri="{FF2B5EF4-FFF2-40B4-BE49-F238E27FC236}">
                <ns2:creationId id="{EE00B534-5842-4255-9221-7B17D072CCB8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{{a074}}</a:t>
            </a:r>
          </a:p>
        </p:txBody>
      </p:sp>
      <p:sp>
        <p:nvSpPr>
          <p:cNvPr id="71" name="tpl-p13-text-066">
            <a:extLst>
              <a:ext uri="{FF2B5EF4-FFF2-40B4-BE49-F238E27FC236}">
                <ns2:creationId id="{1069FE6D-D909-488F-8136-EE6BE35DCAC7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{{n260}}</a:t>
            </a:r>
          </a:p>
        </p:txBody>
      </p:sp>
      <p:sp>
        <p:nvSpPr>
          <p:cNvPr id="72" name="tpl-p13-text-067">
            <a:extLst>
              <a:ext uri="{FF2B5EF4-FFF2-40B4-BE49-F238E27FC236}">
                <ns2:creationId id="{1AF04E02-991E-4FAC-9723-E659081B64CC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 {{n261}} 回</a:t>
            </a:r>
          </a:p>
        </p:txBody>
      </p:sp>
      <p:sp>
        <p:nvSpPr>
          <p:cNvPr id="73" name="tpl-p13-text-068">
            <a:extLst>
              <a:ext uri="{FF2B5EF4-FFF2-40B4-BE49-F238E27FC236}">
                <ns2:creationId id="{435C832A-CA1F-4F81-8A9B-F990080F901E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4" name="tpl-p13-text-069">
            <a:extLst>
              <a:ext uri="{FF2B5EF4-FFF2-40B4-BE49-F238E27FC236}">
                <ns2:creationId id="{3F09CC27-B4BB-4689-8A69-794EF44F4213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{{n262}}</a:t>
            </a:r>
          </a:p>
        </p:txBody>
      </p:sp>
      <p:sp>
        <p:nvSpPr>
          <p:cNvPr id="75" name="tpl-p13-text-070">
            <a:extLst>
              <a:ext uri="{FF2B5EF4-FFF2-40B4-BE49-F238E27FC236}">
                <ns2:creationId id="{12EDC95D-9151-4CEB-BC80-9C7A0AC44C4F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6" name="tpl-p13-text-071">
            <a:extLst>
              <a:ext uri="{FF2B5EF4-FFF2-40B4-BE49-F238E27FC236}">
                <ns2:creationId id="{8191FBF0-D452-4B54-967B-A35A93415778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{{n263}}</a:t>
            </a:r>
          </a:p>
        </p:txBody>
      </p:sp>
      <p:sp>
        <p:nvSpPr>
          <p:cNvPr id="77" name="tpl-p13-text-072">
            <a:extLst>
              <a:ext uri="{FF2B5EF4-FFF2-40B4-BE49-F238E27FC236}">
                <ns2:creationId id="{C3E03707-B4B0-4C19-8F03-3D3F3148B338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78" name="tpl-p13-text-073">
            <a:extLst>
              <a:ext uri="{FF2B5EF4-FFF2-40B4-BE49-F238E27FC236}">
                <ns2:creationId id="{36F329B0-8786-4CA2-92C0-6DCA9E713DF0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{{n264}}</a:t>
            </a:r>
          </a:p>
        </p:txBody>
      </p:sp>
      <p:sp>
        <p:nvSpPr>
          <p:cNvPr id="79" name="tpl-p13-text-074">
            <a:extLst>
              <a:ext uri="{FF2B5EF4-FFF2-40B4-BE49-F238E27FC236}">
                <ns2:creationId id="{309E3828-99F6-44BE-8030-A0FA5A9C07B3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</a:t>
            </a:r>
          </a:p>
        </p:txBody>
      </p:sp>
      <p:sp>
        <p:nvSpPr>
          <p:cNvPr id="80" name="tpl-p13-text-075">
            <a:extLst>
              <a:ext uri="{FF2B5EF4-FFF2-40B4-BE49-F238E27FC236}">
                <ns2:creationId id="{E1FCBC63-13EE-4BF0-B075-C989DA896A2C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{{n265}}</a:t>
            </a:r>
          </a:p>
        </p:txBody>
      </p:sp>
      <p:sp>
        <p:nvSpPr>
          <p:cNvPr id="82" name="tpl-p13-image-01">
            <a:extLst>
              <a:ext uri="{FF2B5EF4-FFF2-40B4-BE49-F238E27FC236}">
                <ns2:creationId id="{83A03A95-EC24-473B-B8F1-C8BC8BCE6CF2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826" y="2133600"/>
            <a:ext cx="1542749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{{i066}}</a:t>
            </a:r>
          </a:p>
        </p:txBody>
      </p:sp>
      <p:sp>
        <p:nvSpPr>
          <p:cNvPr id="83" name="tpl-p13-image-02">
            <a:extLst>
              <a:ext uri="{FF2B5EF4-FFF2-40B4-BE49-F238E27FC236}">
                <ns2:creationId id="{1604269D-91AF-416D-B800-D857C8E98694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{{i067}}</a:t>
            </a:r>
          </a:p>
        </p:txBody>
      </p:sp>
      <p:sp>
        <p:nvSpPr>
          <p:cNvPr id="84" name="tpl-p13-image-03">
            <a:extLst>
              <a:ext uri="{FF2B5EF4-FFF2-40B4-BE49-F238E27FC236}">
                <ns2:creationId id="{DDA271C2-6799-4747-9E73-CA20F4206D7C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{{i068}}</a:t>
            </a:r>
          </a:p>
        </p:txBody>
      </p:sp>
      <p:sp>
        <p:nvSpPr>
          <p:cNvPr id="85" name="tpl-p13-image-04">
            <a:extLst>
              <a:ext uri="{FF2B5EF4-FFF2-40B4-BE49-F238E27FC236}">
                <ns2:creationId id="{A3E21B24-34A8-499C-8E4D-04DC37C19BBF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{{i069}}</a:t>
            </a:r>
          </a:p>
        </p:txBody>
      </p:sp>
      <p:sp>
        <p:nvSpPr>
          <p:cNvPr id="86" name="tpl-p13-image-05">
            <a:extLst>
              <a:ext uri="{FF2B5EF4-FFF2-40B4-BE49-F238E27FC236}">
                <ns2:creationId id="{F97EDD84-3C48-46F0-80FB-206D59876C51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{{i070}}</a:t>
            </a:r>
          </a:p>
        </p:txBody>
      </p:sp>
    </p:spTree>
    <p:extLst>
      <p:ext uri="{BB962C8B-B14F-4D97-AF65-F5344CB8AC3E}">
        <ns3:creationId val="1878533544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tpl-p14-text-001">
            <a:extLst>
              <a:ext uri="{FF2B5EF4-FFF2-40B4-BE49-F238E27FC236}">
                <ns2:creationId id="{DA408E31-E9BD-4298-982B-87B43B195966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4-text-002">
            <a:extLst>
              <a:ext uri="{FF2B5EF4-FFF2-40B4-BE49-F238E27FC236}">
                <ns2:creationId id="{BB13DCA8-BCB3-41F9-8EE2-38E895D2937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752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115A36"/>
                </a:solidFill>
                <a:latin typeface="YuGothic"/>
                <a:ea typeface="YuGothic"/>
                <a:cs typeface="YuGothic"/>
              </a:rPr>
              <a:t>{{b}}｜保存数 TOP5</a:t>
            </a:r>
          </a:p>
        </p:txBody>
      </p:sp>
      <p:sp>
        <p:nvSpPr>
          <p:cNvPr id="3" name="tpl-p14-text-003">
            <a:extLst>
              <a:ext uri="{FF2B5EF4-FFF2-40B4-BE49-F238E27FC236}">
                <ns2:creationId id="{3CA72ECB-95AF-4601-B4F3-5156C456B819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検索「{{q_b}}」 対象{{n266}}件</a:t>
            </a:r>
          </a:p>
        </p:txBody>
      </p:sp>
      <p:sp>
        <p:nvSpPr>
          <p:cNvPr id="4" name="tpl-p14-text-004">
            <a:extLst>
              <a:ext uri="{FF2B5EF4-FFF2-40B4-BE49-F238E27FC236}">
                <ns2:creationId id="{20275BFA-3F6C-4188-8435-2EBE162793E7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14 / 25</a:t>
            </a:r>
          </a:p>
        </p:txBody>
      </p:sp>
      <p:sp>
        <p:nvSpPr>
          <p:cNvPr id="5" name="tpl-p14-text-005">
            <a:extLst>
              <a:ext uri="{FF2B5EF4-FFF2-40B4-BE49-F238E27FC236}">
                <ns2:creationId id="{45AF497F-D51F-4448-B442-CD66EF480EA8}"/>
              </a:ext>
            </a:extLst>
          </p:cNvPr>
          <p:cNvSpPr>
            <a:spLocks noGrp="1"/>
          </p:cNvSpPr>
          <p:nvPr/>
        </p:nvSpPr>
        <p:spPr>
          <a:xfrm>
            <a:off x="762000" y="8343900"/>
            <a:ext cx="16764000" cy="1409700"/>
          </a:xfrm>
          <a:prstGeom prst="roundRect">
            <a:avLst>
              <a:gd name="adj" fmla="val 12162"/>
            </a:avLst>
          </a:prstGeom>
          <a:solidFill>
            <a:srgbClr val="E6F5EC"/>
          </a:solidFill>
          <a:ln w="0">
            <a:noFill/>
          </a:ln>
        </p:spPr>
      </p:sp>
      <p:sp>
        <p:nvSpPr>
          <p:cNvPr id="6" name="tpl-p14-text-006">
            <a:extLst>
              <a:ext uri="{FF2B5EF4-FFF2-40B4-BE49-F238E27FC236}">
                <ns2:creationId id="{58F6D858-0F3C-4FF4-A13D-289EC5AB0FDB}"/>
              </a:ext>
            </a:extLst>
          </p:cNvPr>
          <p:cNvSpPr>
            <a:spLocks noGrp="1"/>
          </p:cNvSpPr>
          <p:nvPr/>
        </p:nvSpPr>
        <p:spPr>
          <a:xfrm>
            <a:off x="990600" y="8439150"/>
            <a:ext cx="16306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1">
                <a:solidFill>
                  <a:srgbClr val="115A36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115A36"/>
                </a:solidFill>
                <a:latin typeface="YuGothic"/>
                <a:ea typeface="YuGothic"/>
                <a:cs typeface="YuGothic"/>
              </a:rPr>
              <a:t>保存数上位の特徴・自社で試す要素</a:t>
            </a:r>
          </a:p>
        </p:txBody>
      </p:sp>
      <p:sp>
        <p:nvSpPr>
          <p:cNvPr id="7" name="tpl-p14-text-007">
            <a:extLst>
              <a:ext uri="{FF2B5EF4-FFF2-40B4-BE49-F238E27FC236}">
                <ns2:creationId id="{0BC0E2A9-CD81-4958-973A-57EE8328990F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pl-p14-text-008">
            <a:extLst>
              <a:ext uri="{FF2B5EF4-FFF2-40B4-BE49-F238E27FC236}">
                <ns2:creationId id="{585EC703-29D2-4D0F-9B47-34FBF71C6982}"/>
              </a:ext>
            </a:extLst>
          </p:cNvPr>
          <p:cNvSpPr>
            <a:spLocks noGrp="1"/>
          </p:cNvSpPr>
          <p:nvPr/>
        </p:nvSpPr>
        <p:spPr>
          <a:xfrm>
            <a:off x="1409700" y="8839200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{{t021}}</a:t>
            </a:r>
          </a:p>
        </p:txBody>
      </p:sp>
      <p:sp>
        <p:nvSpPr>
          <p:cNvPr id="9" name="tpl-p14-text-009">
            <a:extLst>
              <a:ext uri="{FF2B5EF4-FFF2-40B4-BE49-F238E27FC236}">
                <ns2:creationId id="{47028686-5AEC-4AEA-9515-82080CEBACD0}"/>
              </a:ext>
            </a:extLst>
          </p:cNvPr>
          <p:cNvSpPr>
            <a:spLocks noGrp="1"/>
          </p:cNvSpPr>
          <p:nvPr/>
        </p:nvSpPr>
        <p:spPr>
          <a:xfrm>
            <a:off x="990600" y="92487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pl-p14-text-010">
            <a:extLst>
              <a:ext uri="{FF2B5EF4-FFF2-40B4-BE49-F238E27FC236}">
                <ns2:creationId id="{EA002750-FE28-4E40-898C-D3C5A33D048F}"/>
              </a:ext>
            </a:extLst>
          </p:cNvPr>
          <p:cNvSpPr>
            <a:spLocks noGrp="1"/>
          </p:cNvSpPr>
          <p:nvPr/>
        </p:nvSpPr>
        <p:spPr>
          <a:xfrm>
            <a:off x="1409700" y="9248775"/>
            <a:ext cx="15887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17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{{t022}}</a:t>
            </a:r>
          </a:p>
        </p:txBody>
      </p:sp>
      <p:sp>
        <p:nvSpPr>
          <p:cNvPr id="11" name="tpl-p14-text-011">
            <a:extLst>
              <a:ext uri="{FF2B5EF4-FFF2-40B4-BE49-F238E27FC236}">
                <ns2:creationId id="{112EF4E9-F72F-4F56-BF88-CB7A11EA548D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2" name="tpl-p14-text-012">
            <a:extLst>
              <a:ext uri="{FF2B5EF4-FFF2-40B4-BE49-F238E27FC236}">
                <ns2:creationId id="{02BE84BE-9F04-427F-9155-48E70C9C6E15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pl-p14-text-013">
            <a:extLst>
              <a:ext uri="{FF2B5EF4-FFF2-40B4-BE49-F238E27FC236}">
                <ns2:creationId id="{7F31EE23-A0D3-42AD-9F10-341C170CA011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{{a075}}</a:t>
            </a:r>
          </a:p>
        </p:txBody>
      </p:sp>
      <p:sp>
        <p:nvSpPr>
          <p:cNvPr id="15" name="tpl-p14-text-014">
            <a:extLst>
              <a:ext uri="{FF2B5EF4-FFF2-40B4-BE49-F238E27FC236}">
                <ns2:creationId id="{E611E0EE-5646-453B-BABA-7BEEE6D1CB42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{{n267}}</a:t>
            </a:r>
          </a:p>
        </p:txBody>
      </p:sp>
      <p:sp>
        <p:nvSpPr>
          <p:cNvPr id="16" name="tpl-p14-text-015">
            <a:extLst>
              <a:ext uri="{FF2B5EF4-FFF2-40B4-BE49-F238E27FC236}">
                <ns2:creationId id="{432D662A-C254-4D64-AA1A-D09FC9B2F295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17" name="tpl-p14-text-016">
            <a:extLst>
              <a:ext uri="{FF2B5EF4-FFF2-40B4-BE49-F238E27FC236}">
                <ns2:creationId id="{C275E840-2AC3-482B-BCD4-CA2000A2FFCC}"/>
              </a:ext>
            </a:extLst>
          </p:cNvPr>
          <p:cNvSpPr>
            <a:spLocks noGrp="1"/>
          </p:cNvSpPr>
          <p:nvPr/>
        </p:nvSpPr>
        <p:spPr>
          <a:xfrm>
            <a:off x="9525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18" name="tpl-p14-text-017">
            <a:extLst>
              <a:ext uri="{FF2B5EF4-FFF2-40B4-BE49-F238E27FC236}">
                <ns2:creationId id="{93946DDE-C141-4745-971D-9D4F544E9EE3}"/>
              </a:ext>
            </a:extLst>
          </p:cNvPr>
          <p:cNvSpPr>
            <a:spLocks noGrp="1"/>
          </p:cNvSpPr>
          <p:nvPr/>
        </p:nvSpPr>
        <p:spPr>
          <a:xfrm>
            <a:off x="9525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{{n268}}</a:t>
            </a:r>
          </a:p>
        </p:txBody>
      </p:sp>
      <p:sp>
        <p:nvSpPr>
          <p:cNvPr id="19" name="tpl-p14-text-018">
            <a:extLst>
              <a:ext uri="{FF2B5EF4-FFF2-40B4-BE49-F238E27FC236}">
                <ns2:creationId id="{61A771C3-12C8-4F0B-A4AD-4EEE357AB997}"/>
              </a:ext>
            </a:extLst>
          </p:cNvPr>
          <p:cNvSpPr>
            <a:spLocks noGrp="1"/>
          </p:cNvSpPr>
          <p:nvPr/>
        </p:nvSpPr>
        <p:spPr>
          <a:xfrm>
            <a:off x="25908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20" name="tpl-p14-text-019">
            <a:extLst>
              <a:ext uri="{FF2B5EF4-FFF2-40B4-BE49-F238E27FC236}">
                <ns2:creationId id="{F54CFDDF-752E-4977-85D9-F347736B2FA8}"/>
              </a:ext>
            </a:extLst>
          </p:cNvPr>
          <p:cNvSpPr>
            <a:spLocks noGrp="1"/>
          </p:cNvSpPr>
          <p:nvPr/>
        </p:nvSpPr>
        <p:spPr>
          <a:xfrm>
            <a:off x="25908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{{n269}}</a:t>
            </a:r>
          </a:p>
        </p:txBody>
      </p:sp>
      <p:sp>
        <p:nvSpPr>
          <p:cNvPr id="21" name="tpl-p14-text-020">
            <a:extLst>
              <a:ext uri="{FF2B5EF4-FFF2-40B4-BE49-F238E27FC236}">
                <ns2:creationId id="{1C245906-14E2-4168-AD16-CCD18FB4D52C}"/>
              </a:ext>
            </a:extLst>
          </p:cNvPr>
          <p:cNvSpPr>
            <a:spLocks noGrp="1"/>
          </p:cNvSpPr>
          <p:nvPr/>
        </p:nvSpPr>
        <p:spPr>
          <a:xfrm>
            <a:off x="9525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22" name="tpl-p14-text-021">
            <a:extLst>
              <a:ext uri="{FF2B5EF4-FFF2-40B4-BE49-F238E27FC236}">
                <ns2:creationId id="{276B456F-2226-4931-AFEE-4399EE0E1942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{{n270}}</a:t>
            </a:r>
          </a:p>
        </p:txBody>
      </p:sp>
      <p:sp>
        <p:nvSpPr>
          <p:cNvPr id="23" name="tpl-p14-text-022">
            <a:extLst>
              <a:ext uri="{FF2B5EF4-FFF2-40B4-BE49-F238E27FC236}">
                <ns2:creationId id="{8BA69C4D-5359-4508-9704-74FC9634DE0F}"/>
              </a:ext>
            </a:extLst>
          </p:cNvPr>
          <p:cNvSpPr>
            <a:spLocks noGrp="1"/>
          </p:cNvSpPr>
          <p:nvPr/>
        </p:nvSpPr>
        <p:spPr>
          <a:xfrm>
            <a:off x="25908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24" name="tpl-p14-text-023">
            <a:extLst>
              <a:ext uri="{FF2B5EF4-FFF2-40B4-BE49-F238E27FC236}">
                <ns2:creationId id="{A9FC81E0-83B5-4FA9-B78B-1524B6DEC57B}"/>
              </a:ext>
            </a:extLst>
          </p:cNvPr>
          <p:cNvSpPr>
            <a:spLocks noGrp="1"/>
          </p:cNvSpPr>
          <p:nvPr/>
        </p:nvSpPr>
        <p:spPr>
          <a:xfrm>
            <a:off x="25908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{{n271}}</a:t>
            </a:r>
          </a:p>
        </p:txBody>
      </p:sp>
      <p:sp>
        <p:nvSpPr>
          <p:cNvPr id="25" name="tpl-p14-text-024">
            <a:extLst>
              <a:ext uri="{FF2B5EF4-FFF2-40B4-BE49-F238E27FC236}">
                <ns2:creationId id="{F50E9EA3-79C7-4998-A4BC-CAC972E3166F}"/>
              </a:ext>
            </a:extLst>
          </p:cNvPr>
          <p:cNvSpPr>
            <a:spLocks noGrp="1"/>
          </p:cNvSpPr>
          <p:nvPr/>
        </p:nvSpPr>
        <p:spPr>
          <a:xfrm>
            <a:off x="41529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26" name="tpl-p14-text-025">
            <a:extLst>
              <a:ext uri="{FF2B5EF4-FFF2-40B4-BE49-F238E27FC236}">
                <ns2:creationId id="{C7828BDB-3D37-4AC4-B8D2-2A862FF03480}"/>
              </a:ext>
            </a:extLst>
          </p:cNvPr>
          <p:cNvSpPr>
            <a:spLocks noGrp="1"/>
          </p:cNvSpPr>
          <p:nvPr/>
        </p:nvSpPr>
        <p:spPr>
          <a:xfrm>
            <a:off x="43434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tpl-p14-text-026">
            <a:extLst>
              <a:ext uri="{FF2B5EF4-FFF2-40B4-BE49-F238E27FC236}">
                <ns2:creationId id="{66DBD563-4898-4A97-8E63-F819C40D31D2}"/>
              </a:ext>
            </a:extLst>
          </p:cNvPr>
          <p:cNvSpPr>
            <a:spLocks noGrp="1"/>
          </p:cNvSpPr>
          <p:nvPr/>
        </p:nvSpPr>
        <p:spPr>
          <a:xfrm>
            <a:off x="43434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{{a076}}</a:t>
            </a:r>
          </a:p>
        </p:txBody>
      </p:sp>
      <p:sp>
        <p:nvSpPr>
          <p:cNvPr id="29" name="tpl-p14-text-027">
            <a:extLst>
              <a:ext uri="{FF2B5EF4-FFF2-40B4-BE49-F238E27FC236}">
                <ns2:creationId id="{7FFAF830-96D3-49A9-826B-FFBD3DE4DA36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{{n272}}</a:t>
            </a:r>
          </a:p>
        </p:txBody>
      </p:sp>
      <p:sp>
        <p:nvSpPr>
          <p:cNvPr id="30" name="tpl-p14-text-028">
            <a:extLst>
              <a:ext uri="{FF2B5EF4-FFF2-40B4-BE49-F238E27FC236}">
                <ns2:creationId id="{B994DF4F-1145-420F-90BD-143E7DE17DC6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31" name="tpl-p14-text-029">
            <a:extLst>
              <a:ext uri="{FF2B5EF4-FFF2-40B4-BE49-F238E27FC236}">
                <ns2:creationId id="{B22F926D-8F60-4759-8B6F-7461E4DFC1E5}"/>
              </a:ext>
            </a:extLst>
          </p:cNvPr>
          <p:cNvSpPr>
            <a:spLocks noGrp="1"/>
          </p:cNvSpPr>
          <p:nvPr/>
        </p:nvSpPr>
        <p:spPr>
          <a:xfrm>
            <a:off x="43434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32" name="tpl-p14-text-030">
            <a:extLst>
              <a:ext uri="{FF2B5EF4-FFF2-40B4-BE49-F238E27FC236}">
                <ns2:creationId id="{C3A8D2BB-24A6-493A-AB5C-DF2244EAEDF9}"/>
              </a:ext>
            </a:extLst>
          </p:cNvPr>
          <p:cNvSpPr>
            <a:spLocks noGrp="1"/>
          </p:cNvSpPr>
          <p:nvPr/>
        </p:nvSpPr>
        <p:spPr>
          <a:xfrm>
            <a:off x="43434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{{n273}}</a:t>
            </a:r>
          </a:p>
        </p:txBody>
      </p:sp>
      <p:sp>
        <p:nvSpPr>
          <p:cNvPr id="33" name="tpl-p14-text-031">
            <a:extLst>
              <a:ext uri="{FF2B5EF4-FFF2-40B4-BE49-F238E27FC236}">
                <ns2:creationId id="{4E56D5BA-1D11-4EAD-B57C-614B253E435B}"/>
              </a:ext>
            </a:extLst>
          </p:cNvPr>
          <p:cNvSpPr>
            <a:spLocks noGrp="1"/>
          </p:cNvSpPr>
          <p:nvPr/>
        </p:nvSpPr>
        <p:spPr>
          <a:xfrm>
            <a:off x="59817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34" name="tpl-p14-text-032">
            <a:extLst>
              <a:ext uri="{FF2B5EF4-FFF2-40B4-BE49-F238E27FC236}">
                <ns2:creationId id="{D90595C9-0C59-414C-8DDE-3AB92C432188}"/>
              </a:ext>
            </a:extLst>
          </p:cNvPr>
          <p:cNvSpPr>
            <a:spLocks noGrp="1"/>
          </p:cNvSpPr>
          <p:nvPr/>
        </p:nvSpPr>
        <p:spPr>
          <a:xfrm>
            <a:off x="59817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{{n274}}</a:t>
            </a:r>
          </a:p>
        </p:txBody>
      </p:sp>
      <p:sp>
        <p:nvSpPr>
          <p:cNvPr id="35" name="tpl-p14-text-033">
            <a:extLst>
              <a:ext uri="{FF2B5EF4-FFF2-40B4-BE49-F238E27FC236}">
                <ns2:creationId id="{AD9D1610-8636-4387-A90A-26315BA3EF46}"/>
              </a:ext>
            </a:extLst>
          </p:cNvPr>
          <p:cNvSpPr>
            <a:spLocks noGrp="1"/>
          </p:cNvSpPr>
          <p:nvPr/>
        </p:nvSpPr>
        <p:spPr>
          <a:xfrm>
            <a:off x="43434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36" name="tpl-p14-text-034">
            <a:extLst>
              <a:ext uri="{FF2B5EF4-FFF2-40B4-BE49-F238E27FC236}">
                <ns2:creationId id="{B28C63B0-B36D-4675-8CD7-A6A62CB55304}"/>
              </a:ext>
            </a:extLst>
          </p:cNvPr>
          <p:cNvSpPr>
            <a:spLocks noGrp="1"/>
          </p:cNvSpPr>
          <p:nvPr/>
        </p:nvSpPr>
        <p:spPr>
          <a:xfrm>
            <a:off x="43434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{{n275}}</a:t>
            </a:r>
          </a:p>
        </p:txBody>
      </p:sp>
      <p:sp>
        <p:nvSpPr>
          <p:cNvPr id="37" name="tpl-p14-text-035">
            <a:extLst>
              <a:ext uri="{FF2B5EF4-FFF2-40B4-BE49-F238E27FC236}">
                <ns2:creationId id="{AAF6BEF0-A328-4BC4-9C64-6918A1B09F68}"/>
              </a:ext>
            </a:extLst>
          </p:cNvPr>
          <p:cNvSpPr>
            <a:spLocks noGrp="1"/>
          </p:cNvSpPr>
          <p:nvPr/>
        </p:nvSpPr>
        <p:spPr>
          <a:xfrm>
            <a:off x="59817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38" name="tpl-p14-text-036">
            <a:extLst>
              <a:ext uri="{FF2B5EF4-FFF2-40B4-BE49-F238E27FC236}">
                <ns2:creationId id="{05009BED-34E0-451C-8A2B-30EA4324DE97}"/>
              </a:ext>
            </a:extLst>
          </p:cNvPr>
          <p:cNvSpPr>
            <a:spLocks noGrp="1"/>
          </p:cNvSpPr>
          <p:nvPr/>
        </p:nvSpPr>
        <p:spPr>
          <a:xfrm>
            <a:off x="59817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{{n276}}</a:t>
            </a:r>
          </a:p>
        </p:txBody>
      </p:sp>
      <p:sp>
        <p:nvSpPr>
          <p:cNvPr id="39" name="tpl-p14-text-037">
            <a:extLst>
              <a:ext uri="{FF2B5EF4-FFF2-40B4-BE49-F238E27FC236}">
                <ns2:creationId id="{40730E8A-C287-4023-A454-01BC807A4D86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40" name="tpl-p14-text-038">
            <a:extLst>
              <a:ext uri="{FF2B5EF4-FFF2-40B4-BE49-F238E27FC236}">
                <ns2:creationId id="{CD32912F-6B9F-4EE9-A5B9-BF41EDCA1DC0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pl-p14-text-039">
            <a:extLst>
              <a:ext uri="{FF2B5EF4-FFF2-40B4-BE49-F238E27FC236}">
                <ns2:creationId id="{4D7476F6-27D8-46D6-996C-AB469FCCD9D0}"/>
              </a:ext>
            </a:extLst>
          </p:cNvPr>
          <p:cNvSpPr>
            <a:spLocks noGrp="1"/>
          </p:cNvSpPr>
          <p:nvPr/>
        </p:nvSpPr>
        <p:spPr>
          <a:xfrm>
            <a:off x="77343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{{a077}}</a:t>
            </a:r>
          </a:p>
        </p:txBody>
      </p:sp>
      <p:sp>
        <p:nvSpPr>
          <p:cNvPr id="43" name="tpl-p14-text-040">
            <a:extLst>
              <a:ext uri="{FF2B5EF4-FFF2-40B4-BE49-F238E27FC236}">
                <ns2:creationId id="{55BD92D0-9E1D-4D73-97C9-AEB3545DE713}"/>
              </a:ext>
            </a:extLst>
          </p:cNvPr>
          <p:cNvSpPr>
            <a:spLocks noGrp="1"/>
          </p:cNvSpPr>
          <p:nvPr/>
        </p:nvSpPr>
        <p:spPr>
          <a:xfrm>
            <a:off x="77343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{{n277}}</a:t>
            </a:r>
          </a:p>
        </p:txBody>
      </p:sp>
      <p:sp>
        <p:nvSpPr>
          <p:cNvPr id="44" name="tpl-p14-text-041">
            <a:extLst>
              <a:ext uri="{FF2B5EF4-FFF2-40B4-BE49-F238E27FC236}">
                <ns2:creationId id="{D4211F5B-5CB7-4E62-9826-5BF90421381F}"/>
              </a:ext>
            </a:extLst>
          </p:cNvPr>
          <p:cNvSpPr>
            <a:spLocks noGrp="1"/>
          </p:cNvSpPr>
          <p:nvPr/>
        </p:nvSpPr>
        <p:spPr>
          <a:xfrm>
            <a:off x="77343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45" name="tpl-p14-text-042">
            <a:extLst>
              <a:ext uri="{FF2B5EF4-FFF2-40B4-BE49-F238E27FC236}">
                <ns2:creationId id="{F18A0FDF-744B-4AD5-9048-5447DA1DA4B1}"/>
              </a:ext>
            </a:extLst>
          </p:cNvPr>
          <p:cNvSpPr>
            <a:spLocks noGrp="1"/>
          </p:cNvSpPr>
          <p:nvPr/>
        </p:nvSpPr>
        <p:spPr>
          <a:xfrm>
            <a:off x="77343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46" name="tpl-p14-text-043">
            <a:extLst>
              <a:ext uri="{FF2B5EF4-FFF2-40B4-BE49-F238E27FC236}">
                <ns2:creationId id="{4FE09B8A-5B7B-46AD-8A56-40373A290198}"/>
              </a:ext>
            </a:extLst>
          </p:cNvPr>
          <p:cNvSpPr>
            <a:spLocks noGrp="1"/>
          </p:cNvSpPr>
          <p:nvPr/>
        </p:nvSpPr>
        <p:spPr>
          <a:xfrm>
            <a:off x="77343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{{n278}}</a:t>
            </a:r>
          </a:p>
        </p:txBody>
      </p:sp>
      <p:sp>
        <p:nvSpPr>
          <p:cNvPr id="47" name="tpl-p14-text-044">
            <a:extLst>
              <a:ext uri="{FF2B5EF4-FFF2-40B4-BE49-F238E27FC236}">
                <ns2:creationId id="{530DB7D3-427B-4D4D-A525-9166FCF2CCCA}"/>
              </a:ext>
            </a:extLst>
          </p:cNvPr>
          <p:cNvSpPr>
            <a:spLocks noGrp="1"/>
          </p:cNvSpPr>
          <p:nvPr/>
        </p:nvSpPr>
        <p:spPr>
          <a:xfrm>
            <a:off x="93726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48" name="tpl-p14-text-045">
            <a:extLst>
              <a:ext uri="{FF2B5EF4-FFF2-40B4-BE49-F238E27FC236}">
                <ns2:creationId id="{C281B152-8403-4D49-88D6-ACFAC7F58F60}"/>
              </a:ext>
            </a:extLst>
          </p:cNvPr>
          <p:cNvSpPr>
            <a:spLocks noGrp="1"/>
          </p:cNvSpPr>
          <p:nvPr/>
        </p:nvSpPr>
        <p:spPr>
          <a:xfrm>
            <a:off x="93726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{{n279}}</a:t>
            </a:r>
          </a:p>
        </p:txBody>
      </p:sp>
      <p:sp>
        <p:nvSpPr>
          <p:cNvPr id="49" name="tpl-p14-text-046">
            <a:extLst>
              <a:ext uri="{FF2B5EF4-FFF2-40B4-BE49-F238E27FC236}">
                <ns2:creationId id="{2C38C057-52BC-4F2B-8D9A-B76ABE843DBE}"/>
              </a:ext>
            </a:extLst>
          </p:cNvPr>
          <p:cNvSpPr>
            <a:spLocks noGrp="1"/>
          </p:cNvSpPr>
          <p:nvPr/>
        </p:nvSpPr>
        <p:spPr>
          <a:xfrm>
            <a:off x="77343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50" name="tpl-p14-text-047">
            <a:extLst>
              <a:ext uri="{FF2B5EF4-FFF2-40B4-BE49-F238E27FC236}">
                <ns2:creationId id="{A642747F-EEA1-41A7-83B4-C3083AC47B48}"/>
              </a:ext>
            </a:extLst>
          </p:cNvPr>
          <p:cNvSpPr>
            <a:spLocks noGrp="1"/>
          </p:cNvSpPr>
          <p:nvPr/>
        </p:nvSpPr>
        <p:spPr>
          <a:xfrm>
            <a:off x="77343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{{n280}}</a:t>
            </a:r>
          </a:p>
        </p:txBody>
      </p:sp>
      <p:sp>
        <p:nvSpPr>
          <p:cNvPr id="51" name="tpl-p14-text-048">
            <a:extLst>
              <a:ext uri="{FF2B5EF4-FFF2-40B4-BE49-F238E27FC236}">
                <ns2:creationId id="{D9C3C755-8701-4A2D-BC08-C7CD66D35F2C}"/>
              </a:ext>
            </a:extLst>
          </p:cNvPr>
          <p:cNvSpPr>
            <a:spLocks noGrp="1"/>
          </p:cNvSpPr>
          <p:nvPr/>
        </p:nvSpPr>
        <p:spPr>
          <a:xfrm>
            <a:off x="93726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52" name="tpl-p14-text-049">
            <a:extLst>
              <a:ext uri="{FF2B5EF4-FFF2-40B4-BE49-F238E27FC236}">
                <ns2:creationId id="{ED8352A0-D6C3-4B3D-8CE5-D6769DB029BC}"/>
              </a:ext>
            </a:extLst>
          </p:cNvPr>
          <p:cNvSpPr>
            <a:spLocks noGrp="1"/>
          </p:cNvSpPr>
          <p:nvPr/>
        </p:nvSpPr>
        <p:spPr>
          <a:xfrm>
            <a:off x="93726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{{n281}}</a:t>
            </a:r>
          </a:p>
        </p:txBody>
      </p:sp>
      <p:sp>
        <p:nvSpPr>
          <p:cNvPr id="53" name="tpl-p14-text-050">
            <a:extLst>
              <a:ext uri="{FF2B5EF4-FFF2-40B4-BE49-F238E27FC236}">
                <ns2:creationId id="{5BDAE009-739F-434B-934A-360DBA6C6F24}"/>
              </a:ext>
            </a:extLst>
          </p:cNvPr>
          <p:cNvSpPr>
            <a:spLocks noGrp="1"/>
          </p:cNvSpPr>
          <p:nvPr/>
        </p:nvSpPr>
        <p:spPr>
          <a:xfrm>
            <a:off x="109347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54" name="tpl-p14-text-051">
            <a:extLst>
              <a:ext uri="{FF2B5EF4-FFF2-40B4-BE49-F238E27FC236}">
                <ns2:creationId id="{DD32418E-58FC-432A-9CB3-5051853FBB2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6" name="tpl-p14-text-052">
            <a:extLst>
              <a:ext uri="{FF2B5EF4-FFF2-40B4-BE49-F238E27FC236}">
                <ns2:creationId id="{AF0CACB5-B929-47AB-BC3B-B35CDDD33B12}"/>
              </a:ext>
            </a:extLst>
          </p:cNvPr>
          <p:cNvSpPr>
            <a:spLocks noGrp="1"/>
          </p:cNvSpPr>
          <p:nvPr/>
        </p:nvSpPr>
        <p:spPr>
          <a:xfrm>
            <a:off x="111252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{{a078}}</a:t>
            </a:r>
          </a:p>
        </p:txBody>
      </p:sp>
      <p:sp>
        <p:nvSpPr>
          <p:cNvPr id="57" name="tpl-p14-text-053">
            <a:extLst>
              <a:ext uri="{FF2B5EF4-FFF2-40B4-BE49-F238E27FC236}">
                <ns2:creationId id="{ECF13B0E-B086-4A1D-9D74-F34CD0EAD06E}"/>
              </a:ext>
            </a:extLst>
          </p:cNvPr>
          <p:cNvSpPr>
            <a:spLocks noGrp="1"/>
          </p:cNvSpPr>
          <p:nvPr/>
        </p:nvSpPr>
        <p:spPr>
          <a:xfrm>
            <a:off x="111252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{{n282}}</a:t>
            </a:r>
          </a:p>
        </p:txBody>
      </p:sp>
      <p:sp>
        <p:nvSpPr>
          <p:cNvPr id="58" name="tpl-p14-text-054">
            <a:extLst>
              <a:ext uri="{FF2B5EF4-FFF2-40B4-BE49-F238E27FC236}">
                <ns2:creationId id="{B81B3609-709B-4045-A08A-35E93F7933CB}"/>
              </a:ext>
            </a:extLst>
          </p:cNvPr>
          <p:cNvSpPr>
            <a:spLocks noGrp="1"/>
          </p:cNvSpPr>
          <p:nvPr/>
        </p:nvSpPr>
        <p:spPr>
          <a:xfrm>
            <a:off x="111252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59" name="tpl-p14-text-055">
            <a:extLst>
              <a:ext uri="{FF2B5EF4-FFF2-40B4-BE49-F238E27FC236}">
                <ns2:creationId id="{2C81729F-99A4-450B-A075-52D58F90601D}"/>
              </a:ext>
            </a:extLst>
          </p:cNvPr>
          <p:cNvSpPr>
            <a:spLocks noGrp="1"/>
          </p:cNvSpPr>
          <p:nvPr/>
        </p:nvSpPr>
        <p:spPr>
          <a:xfrm>
            <a:off x="111252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60" name="tpl-p14-text-056">
            <a:extLst>
              <a:ext uri="{FF2B5EF4-FFF2-40B4-BE49-F238E27FC236}">
                <ns2:creationId id="{A7FDE23E-02E8-4713-B465-17DF20A9B8CD}"/>
              </a:ext>
            </a:extLst>
          </p:cNvPr>
          <p:cNvSpPr>
            <a:spLocks noGrp="1"/>
          </p:cNvSpPr>
          <p:nvPr/>
        </p:nvSpPr>
        <p:spPr>
          <a:xfrm>
            <a:off x="111252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{{n283}}</a:t>
            </a:r>
          </a:p>
        </p:txBody>
      </p:sp>
      <p:sp>
        <p:nvSpPr>
          <p:cNvPr id="61" name="tpl-p14-text-057">
            <a:extLst>
              <a:ext uri="{FF2B5EF4-FFF2-40B4-BE49-F238E27FC236}">
                <ns2:creationId id="{874196B6-DB56-40BE-A741-0571D0B219E1}"/>
              </a:ext>
            </a:extLst>
          </p:cNvPr>
          <p:cNvSpPr>
            <a:spLocks noGrp="1"/>
          </p:cNvSpPr>
          <p:nvPr/>
        </p:nvSpPr>
        <p:spPr>
          <a:xfrm>
            <a:off x="127635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62" name="tpl-p14-text-058">
            <a:extLst>
              <a:ext uri="{FF2B5EF4-FFF2-40B4-BE49-F238E27FC236}">
                <ns2:creationId id="{C403225C-5527-4B44-B641-83141066D15B}"/>
              </a:ext>
            </a:extLst>
          </p:cNvPr>
          <p:cNvSpPr>
            <a:spLocks noGrp="1"/>
          </p:cNvSpPr>
          <p:nvPr/>
        </p:nvSpPr>
        <p:spPr>
          <a:xfrm>
            <a:off x="127635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{{n284}}</a:t>
            </a:r>
          </a:p>
        </p:txBody>
      </p:sp>
      <p:sp>
        <p:nvSpPr>
          <p:cNvPr id="63" name="tpl-p14-text-059">
            <a:extLst>
              <a:ext uri="{FF2B5EF4-FFF2-40B4-BE49-F238E27FC236}">
                <ns2:creationId id="{55BEDC8C-F38C-45CB-A1E9-EF3CCE4C68C0}"/>
              </a:ext>
            </a:extLst>
          </p:cNvPr>
          <p:cNvSpPr>
            <a:spLocks noGrp="1"/>
          </p:cNvSpPr>
          <p:nvPr/>
        </p:nvSpPr>
        <p:spPr>
          <a:xfrm>
            <a:off x="111252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64" name="tpl-p14-text-060">
            <a:extLst>
              <a:ext uri="{FF2B5EF4-FFF2-40B4-BE49-F238E27FC236}">
                <ns2:creationId id="{F94FD9C4-63FF-41F8-AC1B-47CA82F21351}"/>
              </a:ext>
            </a:extLst>
          </p:cNvPr>
          <p:cNvSpPr>
            <a:spLocks noGrp="1"/>
          </p:cNvSpPr>
          <p:nvPr/>
        </p:nvSpPr>
        <p:spPr>
          <a:xfrm>
            <a:off x="111252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{{n285}}</a:t>
            </a:r>
          </a:p>
        </p:txBody>
      </p:sp>
      <p:sp>
        <p:nvSpPr>
          <p:cNvPr id="65" name="tpl-p14-text-061">
            <a:extLst>
              <a:ext uri="{FF2B5EF4-FFF2-40B4-BE49-F238E27FC236}">
                <ns2:creationId id="{60F38690-85D1-474D-AFE5-86ACF1C8EE08}"/>
              </a:ext>
            </a:extLst>
          </p:cNvPr>
          <p:cNvSpPr>
            <a:spLocks noGrp="1"/>
          </p:cNvSpPr>
          <p:nvPr/>
        </p:nvSpPr>
        <p:spPr>
          <a:xfrm>
            <a:off x="127635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66" name="tpl-p14-text-062">
            <a:extLst>
              <a:ext uri="{FF2B5EF4-FFF2-40B4-BE49-F238E27FC236}">
                <ns2:creationId id="{6EEBFB8F-D5AD-41B2-8AFE-CE3EAF7CA934}"/>
              </a:ext>
            </a:extLst>
          </p:cNvPr>
          <p:cNvSpPr>
            <a:spLocks noGrp="1"/>
          </p:cNvSpPr>
          <p:nvPr/>
        </p:nvSpPr>
        <p:spPr>
          <a:xfrm>
            <a:off x="127635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{{n286}}</a:t>
            </a:r>
          </a:p>
        </p:txBody>
      </p:sp>
      <p:sp>
        <p:nvSpPr>
          <p:cNvPr id="67" name="tpl-p14-text-063">
            <a:extLst>
              <a:ext uri="{FF2B5EF4-FFF2-40B4-BE49-F238E27FC236}">
                <ns2:creationId id="{6A444046-5519-4F96-81DA-2460DA412E92}"/>
              </a:ext>
            </a:extLst>
          </p:cNvPr>
          <p:cNvSpPr>
            <a:spLocks noGrp="1"/>
          </p:cNvSpPr>
          <p:nvPr/>
        </p:nvSpPr>
        <p:spPr>
          <a:xfrm>
            <a:off x="14325600" y="1905000"/>
            <a:ext cx="3200400" cy="6248400"/>
          </a:xfrm>
          <a:prstGeom prst="roundRect">
            <a:avLst>
              <a:gd name="adj" fmla="val 535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68" name="tpl-p14-text-064">
            <a:extLst>
              <a:ext uri="{FF2B5EF4-FFF2-40B4-BE49-F238E27FC236}">
                <ns2:creationId id="{931CE52A-373D-4713-9E70-BDB0647828D6}"/>
              </a:ext>
            </a:extLst>
          </p:cNvPr>
          <p:cNvSpPr>
            <a:spLocks noGrp="1"/>
          </p:cNvSpPr>
          <p:nvPr/>
        </p:nvSpPr>
        <p:spPr>
          <a:xfrm>
            <a:off x="14516100" y="2028825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tpl-p14-text-065">
            <a:extLst>
              <a:ext uri="{FF2B5EF4-FFF2-40B4-BE49-F238E27FC236}">
                <ns2:creationId id="{5E23F2C4-3A71-4252-92D7-DF8F6FF7F79C}"/>
              </a:ext>
            </a:extLst>
          </p:cNvPr>
          <p:cNvSpPr>
            <a:spLocks noGrp="1"/>
          </p:cNvSpPr>
          <p:nvPr/>
        </p:nvSpPr>
        <p:spPr>
          <a:xfrm>
            <a:off x="14516100" y="50482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{{a079}}</a:t>
            </a:r>
          </a:p>
        </p:txBody>
      </p:sp>
      <p:sp>
        <p:nvSpPr>
          <p:cNvPr id="71" name="tpl-p14-text-066">
            <a:extLst>
              <a:ext uri="{FF2B5EF4-FFF2-40B4-BE49-F238E27FC236}">
                <ns2:creationId id="{14B69FCD-3716-41C2-8BEE-FBA7E5BE779F}"/>
              </a:ext>
            </a:extLst>
          </p:cNvPr>
          <p:cNvSpPr>
            <a:spLocks noGrp="1"/>
          </p:cNvSpPr>
          <p:nvPr/>
        </p:nvSpPr>
        <p:spPr>
          <a:xfrm>
            <a:off x="14516100" y="5457825"/>
            <a:ext cx="2819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15A3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5A36"/>
                </a:solidFill>
                <a:latin typeface="Arial"/>
                <a:ea typeface="Arial"/>
                <a:cs typeface="Arial"/>
              </a:rPr>
              <a:t>{{n287}}</a:t>
            </a:r>
          </a:p>
        </p:txBody>
      </p:sp>
      <p:sp>
        <p:nvSpPr>
          <p:cNvPr id="72" name="tpl-p14-text-067">
            <a:extLst>
              <a:ext uri="{FF2B5EF4-FFF2-40B4-BE49-F238E27FC236}">
                <ns2:creationId id="{F83F879D-E3A8-4438-8D5F-A7C8A1C9823D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保存数（件）</a:t>
            </a:r>
          </a:p>
        </p:txBody>
      </p:sp>
      <p:sp>
        <p:nvSpPr>
          <p:cNvPr id="73" name="tpl-p14-text-068">
            <a:extLst>
              <a:ext uri="{FF2B5EF4-FFF2-40B4-BE49-F238E27FC236}">
                <ns2:creationId id="{E95FDEA7-84F5-4E05-8178-8C902534C9B4}"/>
              </a:ext>
            </a:extLst>
          </p:cNvPr>
          <p:cNvSpPr>
            <a:spLocks noGrp="1"/>
          </p:cNvSpPr>
          <p:nvPr/>
        </p:nvSpPr>
        <p:spPr>
          <a:xfrm>
            <a:off x="14516100" y="65341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</a:t>
            </a:r>
          </a:p>
        </p:txBody>
      </p:sp>
      <p:sp>
        <p:nvSpPr>
          <p:cNvPr id="74" name="tpl-p14-text-069">
            <a:extLst>
              <a:ext uri="{FF2B5EF4-FFF2-40B4-BE49-F238E27FC236}">
                <ns2:creationId id="{07BDD5E2-F0DB-4910-8ED5-29F30F799AA6}"/>
              </a:ext>
            </a:extLst>
          </p:cNvPr>
          <p:cNvSpPr>
            <a:spLocks noGrp="1"/>
          </p:cNvSpPr>
          <p:nvPr/>
        </p:nvSpPr>
        <p:spPr>
          <a:xfrm>
            <a:off x="14516100" y="6791325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{{n288}}</a:t>
            </a:r>
          </a:p>
        </p:txBody>
      </p:sp>
      <p:sp>
        <p:nvSpPr>
          <p:cNvPr id="75" name="tpl-p14-text-070">
            <a:extLst>
              <a:ext uri="{FF2B5EF4-FFF2-40B4-BE49-F238E27FC236}">
                <ns2:creationId id="{3E9D35F5-CB9F-4DEA-821F-AA51913B7E85}"/>
              </a:ext>
            </a:extLst>
          </p:cNvPr>
          <p:cNvSpPr>
            <a:spLocks noGrp="1"/>
          </p:cNvSpPr>
          <p:nvPr/>
        </p:nvSpPr>
        <p:spPr>
          <a:xfrm>
            <a:off x="16154400" y="6534150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いいね</a:t>
            </a:r>
          </a:p>
        </p:txBody>
      </p:sp>
      <p:sp>
        <p:nvSpPr>
          <p:cNvPr id="76" name="tpl-p14-text-071">
            <a:extLst>
              <a:ext uri="{FF2B5EF4-FFF2-40B4-BE49-F238E27FC236}">
                <ns2:creationId id="{D05DA039-9C92-4E92-AFAF-66EECEC094F8}"/>
              </a:ext>
            </a:extLst>
          </p:cNvPr>
          <p:cNvSpPr>
            <a:spLocks noGrp="1"/>
          </p:cNvSpPr>
          <p:nvPr/>
        </p:nvSpPr>
        <p:spPr>
          <a:xfrm>
            <a:off x="16154400" y="6791325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{{n289}}</a:t>
            </a:r>
          </a:p>
        </p:txBody>
      </p:sp>
      <p:sp>
        <p:nvSpPr>
          <p:cNvPr id="77" name="tpl-p14-text-072">
            <a:extLst>
              <a:ext uri="{FF2B5EF4-FFF2-40B4-BE49-F238E27FC236}">
                <ns2:creationId id="{BD549E5B-FD99-41CA-954B-DCB924B81CE8}"/>
              </a:ext>
            </a:extLst>
          </p:cNvPr>
          <p:cNvSpPr>
            <a:spLocks noGrp="1"/>
          </p:cNvSpPr>
          <p:nvPr/>
        </p:nvSpPr>
        <p:spPr>
          <a:xfrm>
            <a:off x="14516100" y="71913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コメント</a:t>
            </a:r>
          </a:p>
        </p:txBody>
      </p:sp>
      <p:sp>
        <p:nvSpPr>
          <p:cNvPr id="78" name="tpl-p14-text-073">
            <a:extLst>
              <a:ext uri="{FF2B5EF4-FFF2-40B4-BE49-F238E27FC236}">
                <ns2:creationId id="{C43492CE-A974-4187-9C1E-5E3F294F8FEB}"/>
              </a:ext>
            </a:extLst>
          </p:cNvPr>
          <p:cNvSpPr>
            <a:spLocks noGrp="1"/>
          </p:cNvSpPr>
          <p:nvPr/>
        </p:nvSpPr>
        <p:spPr>
          <a:xfrm>
            <a:off x="14516100" y="7448550"/>
            <a:ext cx="1562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{{n290}}</a:t>
            </a:r>
          </a:p>
        </p:txBody>
      </p:sp>
      <p:sp>
        <p:nvSpPr>
          <p:cNvPr id="79" name="tpl-p14-text-074">
            <a:extLst>
              <a:ext uri="{FF2B5EF4-FFF2-40B4-BE49-F238E27FC236}">
                <ns2:creationId id="{E3F5883D-8839-4FBC-A1AC-AEDF3B63E1D6}"/>
              </a:ext>
            </a:extLst>
          </p:cNvPr>
          <p:cNvSpPr>
            <a:spLocks noGrp="1"/>
          </p:cNvSpPr>
          <p:nvPr/>
        </p:nvSpPr>
        <p:spPr>
          <a:xfrm>
            <a:off x="16154400" y="71913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シェア</a:t>
            </a:r>
          </a:p>
        </p:txBody>
      </p:sp>
      <p:sp>
        <p:nvSpPr>
          <p:cNvPr id="80" name="tpl-p14-text-075">
            <a:extLst>
              <a:ext uri="{FF2B5EF4-FFF2-40B4-BE49-F238E27FC236}">
                <ns2:creationId id="{C243923C-4957-45A9-800B-C1A38FE3C155}"/>
              </a:ext>
            </a:extLst>
          </p:cNvPr>
          <p:cNvSpPr>
            <a:spLocks noGrp="1"/>
          </p:cNvSpPr>
          <p:nvPr/>
        </p:nvSpPr>
        <p:spPr>
          <a:xfrm>
            <a:off x="16154400" y="7448550"/>
            <a:ext cx="1181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{{n291}}</a:t>
            </a:r>
          </a:p>
        </p:txBody>
      </p:sp>
      <p:sp>
        <p:nvSpPr>
          <p:cNvPr id="82" name="tpl-p14-image-01">
            <a:extLst>
              <a:ext uri="{FF2B5EF4-FFF2-40B4-BE49-F238E27FC236}">
                <ns2:creationId id="{27D18F51-905E-48B3-9245-5509B29AB0D3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15906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{{i071}}</a:t>
            </a:r>
          </a:p>
        </p:txBody>
      </p:sp>
      <p:sp>
        <p:nvSpPr>
          <p:cNvPr id="83" name="tpl-p14-image-02">
            <a:extLst>
              <a:ext uri="{FF2B5EF4-FFF2-40B4-BE49-F238E27FC236}">
                <ns2:creationId id="{21257004-81B3-491A-B2EC-3AF2D1CE0E87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9815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{{i072}}</a:t>
            </a:r>
          </a:p>
        </p:txBody>
      </p:sp>
      <p:sp>
        <p:nvSpPr>
          <p:cNvPr id="84" name="tpl-p14-image-03">
            <a:extLst>
              <a:ext uri="{FF2B5EF4-FFF2-40B4-BE49-F238E27FC236}">
                <ns2:creationId id="{CB59FCA8-1973-44BC-80CA-573D5CE638CC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83724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{{i073}}</a:t>
            </a:r>
          </a:p>
        </p:txBody>
      </p:sp>
      <p:sp>
        <p:nvSpPr>
          <p:cNvPr id="85" name="tpl-p14-image-04">
            <a:extLst>
              <a:ext uri="{FF2B5EF4-FFF2-40B4-BE49-F238E27FC236}">
                <ns2:creationId id="{1EBE989F-B334-493B-AA0B-6B4F3AF108F8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17633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{{i074}}</a:t>
            </a:r>
          </a:p>
        </p:txBody>
      </p:sp>
      <p:sp>
        <p:nvSpPr>
          <p:cNvPr id="86" name="tpl-p14-image-05">
            <a:extLst>
              <a:ext uri="{FF2B5EF4-FFF2-40B4-BE49-F238E27FC236}">
                <ns2:creationId id="{3CB18A86-D50B-47D1-8933-7A8A2EA34371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5154275" y="2133600"/>
            <a:ext cx="1543050" cy="27432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{{i075}}</a:t>
            </a:r>
          </a:p>
        </p:txBody>
      </p:sp>
    </p:spTree>
    <p:extLst>
      <p:ext uri="{BB962C8B-B14F-4D97-AF65-F5344CB8AC3E}">
        <ns3:creationId val="205114910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9" name="tpl-p15-text-001">
            <a:extLst>
              <a:ext uri="{FF2B5EF4-FFF2-40B4-BE49-F238E27FC236}">
                <ns2:creationId id="{3AD3ECC5-F55C-4B97-93C3-E65D3DCB1F9D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5-text-002">
            <a:extLst>
              <a:ext uri="{FF2B5EF4-FFF2-40B4-BE49-F238E27FC236}">
                <ns2:creationId id="{1426E83D-AB72-466A-9A81-30BFFD5CF682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中立ワード01｜検索結果の表示順</a:t>
            </a:r>
          </a:p>
        </p:txBody>
      </p:sp>
      <p:sp>
        <p:nvSpPr>
          <p:cNvPr id="3" name="tpl-p15-text-003">
            <a:extLst>
              <a:ext uri="{FF2B5EF4-FFF2-40B4-BE49-F238E27FC236}">
                <ns2:creationId id="{5B517AF2-38ED-42C2-B3F5-EEFF30CD58B6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検索「{{q_n1}}」 表示1–10位／取得{{n292}}件</a:t>
            </a:r>
          </a:p>
        </p:txBody>
      </p:sp>
      <p:sp>
        <p:nvSpPr>
          <p:cNvPr id="4" name="tpl-p15-text-004">
            <a:extLst>
              <a:ext uri="{FF2B5EF4-FFF2-40B4-BE49-F238E27FC236}">
                <ns2:creationId id="{CD6CF234-C497-4A26-A36D-12C5CF8BD18A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15 / 25</a:t>
            </a:r>
          </a:p>
        </p:txBody>
      </p:sp>
      <p:sp>
        <p:nvSpPr>
          <p:cNvPr id="5" name="tpl-p15-text-005">
            <a:extLst>
              <a:ext uri="{FF2B5EF4-FFF2-40B4-BE49-F238E27FC236}">
                <ns2:creationId id="{ECEF74B5-19EE-4FFB-A2AB-173E41EE1187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pl-p15-text-006">
            <a:extLst>
              <a:ext uri="{FF2B5EF4-FFF2-40B4-BE49-F238E27FC236}">
                <ns2:creationId id="{AE3314AF-8EA9-4265-9A9C-47FE5FB024B5}"/>
              </a:ext>
            </a:extLst>
          </p:cNvPr>
          <p:cNvSpPr>
            <a:spLocks noGrp="1"/>
          </p:cNvSpPr>
          <p:nvPr/>
        </p:nvSpPr>
        <p:spPr>
          <a:xfrm>
            <a:off x="22669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{{a080}}</a:t>
            </a:r>
          </a:p>
        </p:txBody>
      </p:sp>
      <p:sp>
        <p:nvSpPr>
          <p:cNvPr id="8" name="tpl-p15-text-007">
            <a:extLst>
              <a:ext uri="{FF2B5EF4-FFF2-40B4-BE49-F238E27FC236}">
                <ns2:creationId id="{F7336EF6-D059-4206-9392-293EADA3AE25}"/>
              </a:ext>
            </a:extLst>
          </p:cNvPr>
          <p:cNvSpPr>
            <a:spLocks noGrp="1"/>
          </p:cNvSpPr>
          <p:nvPr/>
        </p:nvSpPr>
        <p:spPr>
          <a:xfrm>
            <a:off x="22669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{{h031}}</a:t>
            </a:r>
          </a:p>
        </p:txBody>
      </p:sp>
      <p:sp>
        <p:nvSpPr>
          <p:cNvPr id="9" name="tpl-p15-text-008">
            <a:extLst>
              <a:ext uri="{FF2B5EF4-FFF2-40B4-BE49-F238E27FC236}">
                <ns2:creationId id="{F64FFA66-A023-4EEB-B628-404AE6D92FB8}"/>
              </a:ext>
            </a:extLst>
          </p:cNvPr>
          <p:cNvSpPr>
            <a:spLocks noGrp="1"/>
          </p:cNvSpPr>
          <p:nvPr/>
        </p:nvSpPr>
        <p:spPr>
          <a:xfrm>
            <a:off x="22669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0" name="tpl-p15-text-009">
            <a:extLst>
              <a:ext uri="{FF2B5EF4-FFF2-40B4-BE49-F238E27FC236}">
                <ns2:creationId id="{F6E63F20-171B-4BC4-BED1-F234DBCDAF23}"/>
              </a:ext>
            </a:extLst>
          </p:cNvPr>
          <p:cNvSpPr>
            <a:spLocks noGrp="1"/>
          </p:cNvSpPr>
          <p:nvPr/>
        </p:nvSpPr>
        <p:spPr>
          <a:xfrm>
            <a:off x="22669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{{n293}}</a:t>
            </a:r>
          </a:p>
        </p:txBody>
      </p:sp>
      <p:sp>
        <p:nvSpPr>
          <p:cNvPr id="11" name="tpl-p15-text-010">
            <a:extLst>
              <a:ext uri="{FF2B5EF4-FFF2-40B4-BE49-F238E27FC236}">
                <ns2:creationId id="{B823C3F0-4A55-48DB-80CB-FED4CBEF26D9}"/>
              </a:ext>
            </a:extLst>
          </p:cNvPr>
          <p:cNvSpPr>
            <a:spLocks noGrp="1"/>
          </p:cNvSpPr>
          <p:nvPr/>
        </p:nvSpPr>
        <p:spPr>
          <a:xfrm>
            <a:off x="41529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pl-p15-text-012">
            <a:extLst>
              <a:ext uri="{FF2B5EF4-FFF2-40B4-BE49-F238E27FC236}">
                <ns2:creationId id="{261A6A1A-56C4-4B01-8C8E-A1D6F3177748}"/>
              </a:ext>
            </a:extLst>
          </p:cNvPr>
          <p:cNvSpPr>
            <a:spLocks noGrp="1"/>
          </p:cNvSpPr>
          <p:nvPr/>
        </p:nvSpPr>
        <p:spPr>
          <a:xfrm>
            <a:off x="56578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{{a081}}</a:t>
            </a:r>
          </a:p>
        </p:txBody>
      </p:sp>
      <p:sp>
        <p:nvSpPr>
          <p:cNvPr id="15" name="tpl-p15-text-013">
            <a:extLst>
              <a:ext uri="{FF2B5EF4-FFF2-40B4-BE49-F238E27FC236}">
                <ns2:creationId id="{0446AA82-9588-4963-9C40-6DCD5A152CDE}"/>
              </a:ext>
            </a:extLst>
          </p:cNvPr>
          <p:cNvSpPr>
            <a:spLocks noGrp="1"/>
          </p:cNvSpPr>
          <p:nvPr/>
        </p:nvSpPr>
        <p:spPr>
          <a:xfrm>
            <a:off x="56578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{{h032}}</a:t>
            </a:r>
          </a:p>
        </p:txBody>
      </p:sp>
      <p:sp>
        <p:nvSpPr>
          <p:cNvPr id="16" name="tpl-p15-text-014">
            <a:extLst>
              <a:ext uri="{FF2B5EF4-FFF2-40B4-BE49-F238E27FC236}">
                <ns2:creationId id="{8FA45C74-B5E0-4983-853F-F33DD30001EE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7" name="tpl-p15-text-015">
            <a:extLst>
              <a:ext uri="{FF2B5EF4-FFF2-40B4-BE49-F238E27FC236}">
                <ns2:creationId id="{202CB2F7-E556-4474-BE39-82ED1936BDC5}"/>
              </a:ext>
            </a:extLst>
          </p:cNvPr>
          <p:cNvSpPr>
            <a:spLocks noGrp="1"/>
          </p:cNvSpPr>
          <p:nvPr/>
        </p:nvSpPr>
        <p:spPr>
          <a:xfrm>
            <a:off x="56578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{{n294}}</a:t>
            </a:r>
          </a:p>
        </p:txBody>
      </p:sp>
      <p:sp>
        <p:nvSpPr>
          <p:cNvPr id="18" name="tpl-p15-text-016">
            <a:extLst>
              <a:ext uri="{FF2B5EF4-FFF2-40B4-BE49-F238E27FC236}">
                <ns2:creationId id="{6EE35094-2DD0-4EF8-B7FB-82D7B9C67C7E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pl-p15-text-017">
            <a:extLst>
              <a:ext uri="{FF2B5EF4-FFF2-40B4-BE49-F238E27FC236}">
                <ns2:creationId id="{49C32909-3BD2-4546-BBC7-3DD308FB1C79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{{a082}}</a:t>
            </a:r>
          </a:p>
        </p:txBody>
      </p:sp>
      <p:sp>
        <p:nvSpPr>
          <p:cNvPr id="21" name="tpl-p15-text-018">
            <a:extLst>
              <a:ext uri="{FF2B5EF4-FFF2-40B4-BE49-F238E27FC236}">
                <ns2:creationId id="{96CAB309-5843-42BD-BD23-1A63543D9614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{{h033}}</a:t>
            </a:r>
          </a:p>
        </p:txBody>
      </p:sp>
      <p:sp>
        <p:nvSpPr>
          <p:cNvPr id="22" name="tpl-p15-text-019">
            <a:extLst>
              <a:ext uri="{FF2B5EF4-FFF2-40B4-BE49-F238E27FC236}">
                <ns2:creationId id="{6465EA4C-5E62-4133-9472-30BDEF9DB84B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3" name="tpl-p15-text-020">
            <a:extLst>
              <a:ext uri="{FF2B5EF4-FFF2-40B4-BE49-F238E27FC236}">
                <ns2:creationId id="{7F5FF9BF-33B8-4DF2-BAB4-A75434724D58}"/>
              </a:ext>
            </a:extLst>
          </p:cNvPr>
          <p:cNvSpPr>
            <a:spLocks noGrp="1"/>
          </p:cNvSpPr>
          <p:nvPr/>
        </p:nvSpPr>
        <p:spPr>
          <a:xfrm>
            <a:off x="90487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{{n295}}</a:t>
            </a:r>
          </a:p>
        </p:txBody>
      </p:sp>
      <p:sp>
        <p:nvSpPr>
          <p:cNvPr id="24" name="tpl-p15-text-021">
            <a:extLst>
              <a:ext uri="{FF2B5EF4-FFF2-40B4-BE49-F238E27FC236}">
                <ns2:creationId id="{ED4A7CB8-0A3B-4406-9549-6A158DF3F615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pl-p15-text-023">
            <a:extLst>
              <a:ext uri="{FF2B5EF4-FFF2-40B4-BE49-F238E27FC236}">
                <ns2:creationId id="{C5F6E98E-FD3F-4E21-926E-23AF276AD56B}"/>
              </a:ext>
            </a:extLst>
          </p:cNvPr>
          <p:cNvSpPr>
            <a:spLocks noGrp="1"/>
          </p:cNvSpPr>
          <p:nvPr/>
        </p:nvSpPr>
        <p:spPr>
          <a:xfrm>
            <a:off x="124396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{{a083}}</a:t>
            </a:r>
          </a:p>
        </p:txBody>
      </p:sp>
      <p:sp>
        <p:nvSpPr>
          <p:cNvPr id="28" name="tpl-p15-text-024">
            <a:extLst>
              <a:ext uri="{FF2B5EF4-FFF2-40B4-BE49-F238E27FC236}">
                <ns2:creationId id="{B492B4EA-88BD-4390-B9B9-9D4074BB2086}"/>
              </a:ext>
            </a:extLst>
          </p:cNvPr>
          <p:cNvSpPr>
            <a:spLocks noGrp="1"/>
          </p:cNvSpPr>
          <p:nvPr/>
        </p:nvSpPr>
        <p:spPr>
          <a:xfrm>
            <a:off x="124396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{{h034}}</a:t>
            </a:r>
          </a:p>
        </p:txBody>
      </p:sp>
      <p:sp>
        <p:nvSpPr>
          <p:cNvPr id="29" name="tpl-p15-text-025">
            <a:extLst>
              <a:ext uri="{FF2B5EF4-FFF2-40B4-BE49-F238E27FC236}">
                <ns2:creationId id="{8C3C8E41-B71A-4A2A-9E5A-85F3F9820485}"/>
              </a:ext>
            </a:extLst>
          </p:cNvPr>
          <p:cNvSpPr>
            <a:spLocks noGrp="1"/>
          </p:cNvSpPr>
          <p:nvPr/>
        </p:nvSpPr>
        <p:spPr>
          <a:xfrm>
            <a:off x="124396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0" name="tpl-p15-text-026">
            <a:extLst>
              <a:ext uri="{FF2B5EF4-FFF2-40B4-BE49-F238E27FC236}">
                <ns2:creationId id="{77499785-DAC6-47DA-83B1-F5AA97501C80}"/>
              </a:ext>
            </a:extLst>
          </p:cNvPr>
          <p:cNvSpPr>
            <a:spLocks noGrp="1"/>
          </p:cNvSpPr>
          <p:nvPr/>
        </p:nvSpPr>
        <p:spPr>
          <a:xfrm>
            <a:off x="124396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{{n296}}</a:t>
            </a:r>
          </a:p>
        </p:txBody>
      </p:sp>
      <p:sp>
        <p:nvSpPr>
          <p:cNvPr id="31" name="tpl-p15-text-027">
            <a:extLst>
              <a:ext uri="{FF2B5EF4-FFF2-40B4-BE49-F238E27FC236}">
                <ns2:creationId id="{EBE13951-B1E9-40A1-AD4A-73A9C0BBA506}"/>
              </a:ext>
            </a:extLst>
          </p:cNvPr>
          <p:cNvSpPr>
            <a:spLocks noGrp="1"/>
          </p:cNvSpPr>
          <p:nvPr/>
        </p:nvSpPr>
        <p:spPr>
          <a:xfrm>
            <a:off x="143256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tpl-p15-text-028">
            <a:extLst>
              <a:ext uri="{FF2B5EF4-FFF2-40B4-BE49-F238E27FC236}">
                <ns2:creationId id="{45C95F4E-E959-4BB3-89EE-2605E18C210D}"/>
              </a:ext>
            </a:extLst>
          </p:cNvPr>
          <p:cNvSpPr>
            <a:spLocks noGrp="1"/>
          </p:cNvSpPr>
          <p:nvPr/>
        </p:nvSpPr>
        <p:spPr>
          <a:xfrm>
            <a:off x="158305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{{a084}}</a:t>
            </a:r>
          </a:p>
        </p:txBody>
      </p:sp>
      <p:sp>
        <p:nvSpPr>
          <p:cNvPr id="34" name="tpl-p15-text-029">
            <a:extLst>
              <a:ext uri="{FF2B5EF4-FFF2-40B4-BE49-F238E27FC236}">
                <ns2:creationId id="{7D9CB35E-A8C6-46A8-A5F8-9D7D8E556904}"/>
              </a:ext>
            </a:extLst>
          </p:cNvPr>
          <p:cNvSpPr>
            <a:spLocks noGrp="1"/>
          </p:cNvSpPr>
          <p:nvPr/>
        </p:nvSpPr>
        <p:spPr>
          <a:xfrm>
            <a:off x="158305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{{h035}}</a:t>
            </a:r>
          </a:p>
        </p:txBody>
      </p:sp>
      <p:sp>
        <p:nvSpPr>
          <p:cNvPr id="35" name="tpl-p15-text-030">
            <a:extLst>
              <a:ext uri="{FF2B5EF4-FFF2-40B4-BE49-F238E27FC236}">
                <ns2:creationId id="{DCD1BFFB-C681-4B42-BA2F-61D962D31EE4}"/>
              </a:ext>
            </a:extLst>
          </p:cNvPr>
          <p:cNvSpPr>
            <a:spLocks noGrp="1"/>
          </p:cNvSpPr>
          <p:nvPr/>
        </p:nvSpPr>
        <p:spPr>
          <a:xfrm>
            <a:off x="158305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6" name="tpl-p15-text-031">
            <a:extLst>
              <a:ext uri="{FF2B5EF4-FFF2-40B4-BE49-F238E27FC236}">
                <ns2:creationId id="{CB3D3F1C-F215-419B-B661-631B5DA41D15}"/>
              </a:ext>
            </a:extLst>
          </p:cNvPr>
          <p:cNvSpPr>
            <a:spLocks noGrp="1"/>
          </p:cNvSpPr>
          <p:nvPr/>
        </p:nvSpPr>
        <p:spPr>
          <a:xfrm>
            <a:off x="158305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{{n297}}</a:t>
            </a:r>
          </a:p>
        </p:txBody>
      </p:sp>
      <p:sp>
        <p:nvSpPr>
          <p:cNvPr id="37" name="tpl-p15-text-032">
            <a:extLst>
              <a:ext uri="{FF2B5EF4-FFF2-40B4-BE49-F238E27FC236}">
                <ns2:creationId id="{502E2049-D0C3-479F-9249-D116F94BEFA3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0" name="tpl-p15-text-034">
            <a:extLst>
              <a:ext uri="{FF2B5EF4-FFF2-40B4-BE49-F238E27FC236}">
                <ns2:creationId id="{013C5482-E63B-4498-B741-1B81784C4F55}"/>
              </a:ext>
            </a:extLst>
          </p:cNvPr>
          <p:cNvSpPr>
            <a:spLocks noGrp="1"/>
          </p:cNvSpPr>
          <p:nvPr/>
        </p:nvSpPr>
        <p:spPr>
          <a:xfrm>
            <a:off x="22669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{{a085}}</a:t>
            </a:r>
          </a:p>
        </p:txBody>
      </p:sp>
      <p:sp>
        <p:nvSpPr>
          <p:cNvPr id="41" name="tpl-p15-text-035">
            <a:extLst>
              <a:ext uri="{FF2B5EF4-FFF2-40B4-BE49-F238E27FC236}">
                <ns2:creationId id="{C4496461-2BE3-4EC6-BC73-0BC4674042D8}"/>
              </a:ext>
            </a:extLst>
          </p:cNvPr>
          <p:cNvSpPr>
            <a:spLocks noGrp="1"/>
          </p:cNvSpPr>
          <p:nvPr/>
        </p:nvSpPr>
        <p:spPr>
          <a:xfrm>
            <a:off x="22669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{{h036}}</a:t>
            </a:r>
          </a:p>
        </p:txBody>
      </p:sp>
      <p:sp>
        <p:nvSpPr>
          <p:cNvPr id="42" name="tpl-p15-text-036">
            <a:extLst>
              <a:ext uri="{FF2B5EF4-FFF2-40B4-BE49-F238E27FC236}">
                <ns2:creationId id="{CEAF782B-845B-42F6-A333-58651588A0A2}"/>
              </a:ext>
            </a:extLst>
          </p:cNvPr>
          <p:cNvSpPr>
            <a:spLocks noGrp="1"/>
          </p:cNvSpPr>
          <p:nvPr/>
        </p:nvSpPr>
        <p:spPr>
          <a:xfrm>
            <a:off x="22669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3" name="tpl-p15-text-037">
            <a:extLst>
              <a:ext uri="{FF2B5EF4-FFF2-40B4-BE49-F238E27FC236}">
                <ns2:creationId id="{D7F9D847-4E2C-4665-8FDE-D6043795FEB9}"/>
              </a:ext>
            </a:extLst>
          </p:cNvPr>
          <p:cNvSpPr>
            <a:spLocks noGrp="1"/>
          </p:cNvSpPr>
          <p:nvPr/>
        </p:nvSpPr>
        <p:spPr>
          <a:xfrm>
            <a:off x="22669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{{n298}}</a:t>
            </a:r>
          </a:p>
        </p:txBody>
      </p:sp>
      <p:sp>
        <p:nvSpPr>
          <p:cNvPr id="44" name="tpl-p15-text-038">
            <a:extLst>
              <a:ext uri="{FF2B5EF4-FFF2-40B4-BE49-F238E27FC236}">
                <ns2:creationId id="{4BE11F46-EE18-4101-81EB-99884361683F}"/>
              </a:ext>
            </a:extLst>
          </p:cNvPr>
          <p:cNvSpPr>
            <a:spLocks noGrp="1"/>
          </p:cNvSpPr>
          <p:nvPr/>
        </p:nvSpPr>
        <p:spPr>
          <a:xfrm>
            <a:off x="41529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6" name="tpl-p15-text-039">
            <a:extLst>
              <a:ext uri="{FF2B5EF4-FFF2-40B4-BE49-F238E27FC236}">
                <ns2:creationId id="{20C44546-1750-4D68-8F5D-626C51F2045F}"/>
              </a:ext>
            </a:extLst>
          </p:cNvPr>
          <p:cNvSpPr>
            <a:spLocks noGrp="1"/>
          </p:cNvSpPr>
          <p:nvPr/>
        </p:nvSpPr>
        <p:spPr>
          <a:xfrm>
            <a:off x="56578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{{a086}}</a:t>
            </a:r>
          </a:p>
        </p:txBody>
      </p:sp>
      <p:sp>
        <p:nvSpPr>
          <p:cNvPr id="47" name="tpl-p15-text-040">
            <a:extLst>
              <a:ext uri="{FF2B5EF4-FFF2-40B4-BE49-F238E27FC236}">
                <ns2:creationId id="{63560BE4-7B0F-4C39-BAB9-A1599C41EEE2}"/>
              </a:ext>
            </a:extLst>
          </p:cNvPr>
          <p:cNvSpPr>
            <a:spLocks noGrp="1"/>
          </p:cNvSpPr>
          <p:nvPr/>
        </p:nvSpPr>
        <p:spPr>
          <a:xfrm>
            <a:off x="56578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{{h037}}</a:t>
            </a:r>
          </a:p>
        </p:txBody>
      </p:sp>
      <p:sp>
        <p:nvSpPr>
          <p:cNvPr id="48" name="tpl-p15-text-041">
            <a:extLst>
              <a:ext uri="{FF2B5EF4-FFF2-40B4-BE49-F238E27FC236}">
                <ns2:creationId id="{96E5C071-500A-4DF1-AC38-F428AFE90129}"/>
              </a:ext>
            </a:extLst>
          </p:cNvPr>
          <p:cNvSpPr>
            <a:spLocks noGrp="1"/>
          </p:cNvSpPr>
          <p:nvPr/>
        </p:nvSpPr>
        <p:spPr>
          <a:xfrm>
            <a:off x="56578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9" name="tpl-p15-text-042">
            <a:extLst>
              <a:ext uri="{FF2B5EF4-FFF2-40B4-BE49-F238E27FC236}">
                <ns2:creationId id="{66AD8242-BEAE-42CE-9DD7-AF19CBF6E89A}"/>
              </a:ext>
            </a:extLst>
          </p:cNvPr>
          <p:cNvSpPr>
            <a:spLocks noGrp="1"/>
          </p:cNvSpPr>
          <p:nvPr/>
        </p:nvSpPr>
        <p:spPr>
          <a:xfrm>
            <a:off x="56578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{{n299}}</a:t>
            </a:r>
          </a:p>
        </p:txBody>
      </p:sp>
      <p:sp>
        <p:nvSpPr>
          <p:cNvPr id="50" name="tpl-p15-text-043">
            <a:extLst>
              <a:ext uri="{FF2B5EF4-FFF2-40B4-BE49-F238E27FC236}">
                <ns2:creationId id="{4B11CF47-0140-4BB2-B7E3-50086E141668}"/>
              </a:ext>
            </a:extLst>
          </p:cNvPr>
          <p:cNvSpPr>
            <a:spLocks noGrp="1"/>
          </p:cNvSpPr>
          <p:nvPr/>
        </p:nvSpPr>
        <p:spPr>
          <a:xfrm>
            <a:off x="75438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2" name="tpl-p15-text-044">
            <a:extLst>
              <a:ext uri="{FF2B5EF4-FFF2-40B4-BE49-F238E27FC236}">
                <ns2:creationId id="{9D8F0B7C-F952-469C-AA7F-A8731EF82F48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{{a087}}</a:t>
            </a:r>
          </a:p>
        </p:txBody>
      </p:sp>
      <p:sp>
        <p:nvSpPr>
          <p:cNvPr id="53" name="tpl-p15-text-045">
            <a:extLst>
              <a:ext uri="{FF2B5EF4-FFF2-40B4-BE49-F238E27FC236}">
                <ns2:creationId id="{D826697D-C4AE-48BB-ADF0-D8458FCDBA4A}"/>
              </a:ext>
            </a:extLst>
          </p:cNvPr>
          <p:cNvSpPr>
            <a:spLocks noGrp="1"/>
          </p:cNvSpPr>
          <p:nvPr/>
        </p:nvSpPr>
        <p:spPr>
          <a:xfrm>
            <a:off x="90487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{{h038}}</a:t>
            </a:r>
          </a:p>
        </p:txBody>
      </p:sp>
      <p:sp>
        <p:nvSpPr>
          <p:cNvPr id="54" name="tpl-p15-text-046">
            <a:extLst>
              <a:ext uri="{FF2B5EF4-FFF2-40B4-BE49-F238E27FC236}">
                <ns2:creationId id="{AD46117F-96C4-4F08-8E38-E848E293B459}"/>
              </a:ext>
            </a:extLst>
          </p:cNvPr>
          <p:cNvSpPr>
            <a:spLocks noGrp="1"/>
          </p:cNvSpPr>
          <p:nvPr/>
        </p:nvSpPr>
        <p:spPr>
          <a:xfrm>
            <a:off x="90487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5" name="tpl-p15-text-047">
            <a:extLst>
              <a:ext uri="{FF2B5EF4-FFF2-40B4-BE49-F238E27FC236}">
                <ns2:creationId id="{3B2BD8D3-091B-48AE-9CE7-86AAD0FAE5A0}"/>
              </a:ext>
            </a:extLst>
          </p:cNvPr>
          <p:cNvSpPr>
            <a:spLocks noGrp="1"/>
          </p:cNvSpPr>
          <p:nvPr/>
        </p:nvSpPr>
        <p:spPr>
          <a:xfrm>
            <a:off x="90487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{{n300}}</a:t>
            </a:r>
          </a:p>
        </p:txBody>
      </p:sp>
      <p:sp>
        <p:nvSpPr>
          <p:cNvPr id="56" name="tpl-p15-text-048">
            <a:extLst>
              <a:ext uri="{FF2B5EF4-FFF2-40B4-BE49-F238E27FC236}">
                <ns2:creationId id="{9BF9EAAB-36D3-485E-B05A-389F1BFD38F3}"/>
              </a:ext>
            </a:extLst>
          </p:cNvPr>
          <p:cNvSpPr>
            <a:spLocks noGrp="1"/>
          </p:cNvSpPr>
          <p:nvPr/>
        </p:nvSpPr>
        <p:spPr>
          <a:xfrm>
            <a:off x="109347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8" name="tpl-p15-text-049">
            <a:extLst>
              <a:ext uri="{FF2B5EF4-FFF2-40B4-BE49-F238E27FC236}">
                <ns2:creationId id="{3CEA62C7-E0C8-4510-B5BF-9AA88731C174}"/>
              </a:ext>
            </a:extLst>
          </p:cNvPr>
          <p:cNvSpPr>
            <a:spLocks noGrp="1"/>
          </p:cNvSpPr>
          <p:nvPr/>
        </p:nvSpPr>
        <p:spPr>
          <a:xfrm>
            <a:off x="124396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{{a088}}</a:t>
            </a:r>
          </a:p>
        </p:txBody>
      </p:sp>
      <p:sp>
        <p:nvSpPr>
          <p:cNvPr id="59" name="tpl-p15-text-050">
            <a:extLst>
              <a:ext uri="{FF2B5EF4-FFF2-40B4-BE49-F238E27FC236}">
                <ns2:creationId id="{C558350B-F81D-49FB-B9BE-92E482D78988}"/>
              </a:ext>
            </a:extLst>
          </p:cNvPr>
          <p:cNvSpPr>
            <a:spLocks noGrp="1"/>
          </p:cNvSpPr>
          <p:nvPr/>
        </p:nvSpPr>
        <p:spPr>
          <a:xfrm>
            <a:off x="124396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{{h039}}</a:t>
            </a:r>
          </a:p>
        </p:txBody>
      </p:sp>
      <p:sp>
        <p:nvSpPr>
          <p:cNvPr id="60" name="tpl-p15-text-051">
            <a:extLst>
              <a:ext uri="{FF2B5EF4-FFF2-40B4-BE49-F238E27FC236}">
                <ns2:creationId id="{9E55C997-908C-49AE-97BD-087F07095968}"/>
              </a:ext>
            </a:extLst>
          </p:cNvPr>
          <p:cNvSpPr>
            <a:spLocks noGrp="1"/>
          </p:cNvSpPr>
          <p:nvPr/>
        </p:nvSpPr>
        <p:spPr>
          <a:xfrm>
            <a:off x="124396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1" name="tpl-p15-text-052">
            <a:extLst>
              <a:ext uri="{FF2B5EF4-FFF2-40B4-BE49-F238E27FC236}">
                <ns2:creationId id="{38B21585-9ED5-4946-A47B-F1E9FC3700AD}"/>
              </a:ext>
            </a:extLst>
          </p:cNvPr>
          <p:cNvSpPr>
            <a:spLocks noGrp="1"/>
          </p:cNvSpPr>
          <p:nvPr/>
        </p:nvSpPr>
        <p:spPr>
          <a:xfrm>
            <a:off x="124396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{{n301}}</a:t>
            </a:r>
          </a:p>
        </p:txBody>
      </p:sp>
      <p:sp>
        <p:nvSpPr>
          <p:cNvPr id="62" name="tpl-p15-text-053">
            <a:extLst>
              <a:ext uri="{FF2B5EF4-FFF2-40B4-BE49-F238E27FC236}">
                <ns2:creationId id="{D0511CDB-9E5D-42A7-9BB5-A200381F44BA}"/>
              </a:ext>
            </a:extLst>
          </p:cNvPr>
          <p:cNvSpPr>
            <a:spLocks noGrp="1"/>
          </p:cNvSpPr>
          <p:nvPr/>
        </p:nvSpPr>
        <p:spPr>
          <a:xfrm>
            <a:off x="143256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4" name="tpl-p15-text-054">
            <a:extLst>
              <a:ext uri="{FF2B5EF4-FFF2-40B4-BE49-F238E27FC236}">
                <ns2:creationId id="{48A646A2-5ACF-47B1-AC41-5B182939DFED}"/>
              </a:ext>
            </a:extLst>
          </p:cNvPr>
          <p:cNvSpPr>
            <a:spLocks noGrp="1"/>
          </p:cNvSpPr>
          <p:nvPr/>
        </p:nvSpPr>
        <p:spPr>
          <a:xfrm>
            <a:off x="158305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{{a089}}</a:t>
            </a:r>
          </a:p>
        </p:txBody>
      </p:sp>
      <p:sp>
        <p:nvSpPr>
          <p:cNvPr id="65" name="tpl-p15-text-055">
            <a:extLst>
              <a:ext uri="{FF2B5EF4-FFF2-40B4-BE49-F238E27FC236}">
                <ns2:creationId id="{4ED6DFC2-91E4-46A3-887A-176BA7F21D87}"/>
              </a:ext>
            </a:extLst>
          </p:cNvPr>
          <p:cNvSpPr>
            <a:spLocks noGrp="1"/>
          </p:cNvSpPr>
          <p:nvPr/>
        </p:nvSpPr>
        <p:spPr>
          <a:xfrm>
            <a:off x="158305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{{h040}}</a:t>
            </a:r>
          </a:p>
        </p:txBody>
      </p:sp>
      <p:sp>
        <p:nvSpPr>
          <p:cNvPr id="66" name="tpl-p15-text-056">
            <a:extLst>
              <a:ext uri="{FF2B5EF4-FFF2-40B4-BE49-F238E27FC236}">
                <ns2:creationId id="{321FFCD9-4777-4B24-B148-64D309401F44}"/>
              </a:ext>
            </a:extLst>
          </p:cNvPr>
          <p:cNvSpPr>
            <a:spLocks noGrp="1"/>
          </p:cNvSpPr>
          <p:nvPr/>
        </p:nvSpPr>
        <p:spPr>
          <a:xfrm>
            <a:off x="158305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7" name="tpl-p15-text-057">
            <a:extLst>
              <a:ext uri="{FF2B5EF4-FFF2-40B4-BE49-F238E27FC236}">
                <ns2:creationId id="{D89AE443-5752-4577-8B9F-46B406EA6900}"/>
              </a:ext>
            </a:extLst>
          </p:cNvPr>
          <p:cNvSpPr>
            <a:spLocks noGrp="1"/>
          </p:cNvSpPr>
          <p:nvPr/>
        </p:nvSpPr>
        <p:spPr>
          <a:xfrm>
            <a:off x="158305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{{n302}}</a:t>
            </a:r>
          </a:p>
        </p:txBody>
      </p:sp>
      <p:sp>
        <p:nvSpPr>
          <p:cNvPr id="68" name="tpl-p15-text-058">
            <a:extLst>
              <a:ext uri="{FF2B5EF4-FFF2-40B4-BE49-F238E27FC236}">
                <ns2:creationId id="{6FF0CEB0-F156-445E-BF95-FFF608F1931F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「対象外」は集計に含みません。</a:t>
            </a:r>
          </a:p>
        </p:txBody>
      </p:sp>
      <p:sp>
        <p:nvSpPr>
          <p:cNvPr id="70" name="tpl-p15-image-01">
            <a:extLst>
              <a:ext uri="{FF2B5EF4-FFF2-40B4-BE49-F238E27FC236}">
                <ns2:creationId id="{193D4505-2292-4EDC-B2DB-CD25A547E759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20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{{i076}}</a:t>
            </a:r>
          </a:p>
        </p:txBody>
      </p:sp>
      <p:sp>
        <p:nvSpPr>
          <p:cNvPr id="71" name="tpl-p15-image-02">
            <a:extLst>
              <a:ext uri="{FF2B5EF4-FFF2-40B4-BE49-F238E27FC236}">
                <ns2:creationId id="{B74D7624-9B08-41C0-A9EB-7EF17B958F71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1529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{{i077}}</a:t>
            </a:r>
          </a:p>
        </p:txBody>
      </p:sp>
      <p:sp>
        <p:nvSpPr>
          <p:cNvPr id="72" name="tpl-p15-image-03">
            <a:extLst>
              <a:ext uri="{FF2B5EF4-FFF2-40B4-BE49-F238E27FC236}">
                <ns2:creationId id="{68B3A699-F902-4C1D-A2E8-A83CC604F492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75438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{{i078}}</a:t>
            </a:r>
          </a:p>
        </p:txBody>
      </p:sp>
      <p:sp>
        <p:nvSpPr>
          <p:cNvPr id="73" name="tpl-p15-image-04">
            <a:extLst>
              <a:ext uri="{FF2B5EF4-FFF2-40B4-BE49-F238E27FC236}">
                <ns2:creationId id="{6A92FA2C-A8DB-4495-AC13-3919C3E8D032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09347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{{i079}}</a:t>
            </a:r>
          </a:p>
        </p:txBody>
      </p:sp>
      <p:sp>
        <p:nvSpPr>
          <p:cNvPr id="74" name="tpl-p15-image-05">
            <a:extLst>
              <a:ext uri="{FF2B5EF4-FFF2-40B4-BE49-F238E27FC236}">
                <ns2:creationId id="{18F06C09-8DF3-4816-9716-1B6039FE2634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43256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{{i080}}</a:t>
            </a:r>
          </a:p>
        </p:txBody>
      </p:sp>
      <p:sp>
        <p:nvSpPr>
          <p:cNvPr id="75" name="tpl-p15-image-06">
            <a:extLst>
              <a:ext uri="{FF2B5EF4-FFF2-40B4-BE49-F238E27FC236}">
                <ns2:creationId id="{B9F37DD3-11B6-4C1B-9215-AD636C4219CA}"/>
              </a:ext>
            </a:extLst>
          </p:cNvPr>
          <p:cNvSpPr>
            <a:spLocks noGrp="1"/>
          </p:cNvSpPr>
          <p:nvPr>
            <p:ph type="pic" idx="06"/>
          </p:nvPr>
        </p:nvSpPr>
        <p:spPr>
          <a:xfrm>
            <a:off x="7620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{{i081}}</a:t>
            </a:r>
          </a:p>
        </p:txBody>
      </p:sp>
      <p:sp>
        <p:nvSpPr>
          <p:cNvPr id="76" name="tpl-p15-image-07">
            <a:extLst>
              <a:ext uri="{FF2B5EF4-FFF2-40B4-BE49-F238E27FC236}">
                <ns2:creationId id="{FE512ECB-EC86-4467-9A6C-25051D83A327}"/>
              </a:ext>
            </a:extLst>
          </p:cNvPr>
          <p:cNvSpPr>
            <a:spLocks noGrp="1"/>
          </p:cNvSpPr>
          <p:nvPr>
            <p:ph type="pic" idx="07"/>
          </p:nvPr>
        </p:nvSpPr>
        <p:spPr>
          <a:xfrm>
            <a:off x="41529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{{i082}}</a:t>
            </a:r>
          </a:p>
        </p:txBody>
      </p:sp>
      <p:sp>
        <p:nvSpPr>
          <p:cNvPr id="77" name="tpl-p15-image-08">
            <a:extLst>
              <a:ext uri="{FF2B5EF4-FFF2-40B4-BE49-F238E27FC236}">
                <ns2:creationId id="{921AB8EE-4DF7-4A1C-B586-735A3956E610}"/>
              </a:ext>
            </a:extLst>
          </p:cNvPr>
          <p:cNvSpPr>
            <a:spLocks noGrp="1"/>
          </p:cNvSpPr>
          <p:nvPr>
            <p:ph type="pic" idx="08"/>
          </p:nvPr>
        </p:nvSpPr>
        <p:spPr>
          <a:xfrm>
            <a:off x="75438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{{i083}}</a:t>
            </a:r>
          </a:p>
        </p:txBody>
      </p:sp>
      <p:sp>
        <p:nvSpPr>
          <p:cNvPr id="78" name="tpl-p15-image-09">
            <a:extLst>
              <a:ext uri="{FF2B5EF4-FFF2-40B4-BE49-F238E27FC236}">
                <ns2:creationId id="{5D16E205-E529-4058-B758-AC82CA8B569A}"/>
              </a:ext>
            </a:extLst>
          </p:cNvPr>
          <p:cNvSpPr>
            <a:spLocks noGrp="1"/>
          </p:cNvSpPr>
          <p:nvPr>
            <p:ph type="pic" idx="09"/>
          </p:nvPr>
        </p:nvSpPr>
        <p:spPr>
          <a:xfrm>
            <a:off x="109347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{{i084}}</a:t>
            </a:r>
          </a:p>
        </p:txBody>
      </p:sp>
      <p:sp>
        <p:nvSpPr>
          <p:cNvPr id="79" name="tpl-p15-image-10">
            <a:extLst>
              <a:ext uri="{FF2B5EF4-FFF2-40B4-BE49-F238E27FC236}">
                <ns2:creationId id="{F4ACD558-2703-481C-A86E-A4A379992E6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3256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{{i085}}</a:t>
            </a:r>
          </a:p>
        </p:txBody>
      </p:sp>
    </p:spTree>
    <p:extLst>
      <p:ext uri="{BB962C8B-B14F-4D97-AF65-F5344CB8AC3E}">
        <ns3:creationId val="1805490450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pl-p16-text-001">
            <a:extLst>
              <a:ext uri="{FF2B5EF4-FFF2-40B4-BE49-F238E27FC236}">
                <ns2:creationId id="{51F4F194-AB1D-4574-867D-B5B411DD01BD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6-text-002">
            <a:extLst>
              <a:ext uri="{FF2B5EF4-FFF2-40B4-BE49-F238E27FC236}">
                <ns2:creationId id="{C25366B3-4950-4E2C-AA74-24CB99FB187B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中立ワード01｜同じ検索語での各社比較</a:t>
            </a:r>
          </a:p>
        </p:txBody>
      </p:sp>
      <p:sp>
        <p:nvSpPr>
          <p:cNvPr id="3" name="tpl-p16-text-003">
            <a:extLst>
              <a:ext uri="{FF2B5EF4-FFF2-40B4-BE49-F238E27FC236}">
                <ns2:creationId id="{4DBBD1C0-E5A3-46B3-8001-8AED0E1EC33E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検索「{{q_n1}}」 対象{{n303}}投稿</a:t>
            </a:r>
          </a:p>
        </p:txBody>
      </p:sp>
      <p:sp>
        <p:nvSpPr>
          <p:cNvPr id="4" name="tpl-p16-text-004">
            <a:extLst>
              <a:ext uri="{FF2B5EF4-FFF2-40B4-BE49-F238E27FC236}">
                <ns2:creationId id="{D93A37AD-8AA3-4FAF-9038-78FD72232929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16 / 25</a:t>
            </a:r>
          </a:p>
        </p:txBody>
      </p:sp>
      <p:graphicFrame>
        <p:nvGraphicFramePr>
          <p:cNvPr id="5" name="tpl-p16-table-01">
            <a:extLst>
              <a:ext uri="{FF2B5EF4-FFF2-40B4-BE49-F238E27FC236}">
                <ns2:creationId id="{CD4081FA-7D19-4005-9986-64882FCDE7EF}"/>
              </a:ext>
            </a:extLst>
          </p:cNvPr>
          <p:cNvGraphicFramePr/>
          <p:nvPr/>
        </p:nvGraphicFramePr>
        <p:xfrm>
          <a:off x="762000" y="3333750"/>
          <a:ext cx="16764000" cy="5429250"/>
        </p:xfrm>
        <a:graphic>
          <a:graphicData uri="http://schemas.openxmlformats.org/drawingml/2006/table">
            <a:tbl>
              <a:tblPr/>
              <a:tblGrid>
                <a:gridCol w="4762500"/>
                <a:gridCol w="3429000"/>
                <a:gridCol w="5143500"/>
                <a:gridCol w="3429000"/>
              </a:tblGrid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ブランド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対象投稿数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トータル再生数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PR確認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{{self}}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{{n304}}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{{n305}}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{{n306}}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{{a}}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{{n307}}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{{n308}}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{{n309}}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{{b}}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{{n310}}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{{n311}}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{{n312}}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その他・特定なし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{{n313}}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{{n314}}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{{n315}}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1255980398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6" name="tpl-p17-text-001">
            <a:extLst>
              <a:ext uri="{FF2B5EF4-FFF2-40B4-BE49-F238E27FC236}">
                <ns2:creationId id="{915FC36B-E142-435A-8547-8F703D897466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7-text-002">
            <a:extLst>
              <a:ext uri="{FF2B5EF4-FFF2-40B4-BE49-F238E27FC236}">
                <ns2:creationId id="{092413A0-0C4D-4670-BB3A-E16C48242065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中立ワード02｜検索結果の表示順</a:t>
            </a:r>
          </a:p>
        </p:txBody>
      </p:sp>
      <p:sp>
        <p:nvSpPr>
          <p:cNvPr id="3" name="tpl-p17-text-003">
            <a:extLst>
              <a:ext uri="{FF2B5EF4-FFF2-40B4-BE49-F238E27FC236}">
                <ns2:creationId id="{52555BCE-5579-467A-A9D9-6F7D2EFA1906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検索「{{q_n2}}」 表示1–10位／取得{{n316}}件</a:t>
            </a:r>
          </a:p>
        </p:txBody>
      </p:sp>
      <p:sp>
        <p:nvSpPr>
          <p:cNvPr id="4" name="tpl-p17-text-004">
            <a:extLst>
              <a:ext uri="{FF2B5EF4-FFF2-40B4-BE49-F238E27FC236}">
                <ns2:creationId id="{A7D0569D-1490-49BF-94B1-32DE667D08DF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17 / 25</a:t>
            </a:r>
          </a:p>
        </p:txBody>
      </p:sp>
      <p:sp>
        <p:nvSpPr>
          <p:cNvPr id="5" name="tpl-p17-text-005">
            <a:extLst>
              <a:ext uri="{FF2B5EF4-FFF2-40B4-BE49-F238E27FC236}">
                <ns2:creationId id="{00C9A0DB-AB3B-4E54-9325-FF45BAA8F2B7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pl-p17-text-006">
            <a:extLst>
              <a:ext uri="{FF2B5EF4-FFF2-40B4-BE49-F238E27FC236}">
                <ns2:creationId id="{E03E175A-E7B0-4368-BB97-C3DD8B0B277D}"/>
              </a:ext>
            </a:extLst>
          </p:cNvPr>
          <p:cNvSpPr>
            <a:spLocks noGrp="1"/>
          </p:cNvSpPr>
          <p:nvPr/>
        </p:nvSpPr>
        <p:spPr>
          <a:xfrm>
            <a:off x="22669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{{a090}}</a:t>
            </a:r>
          </a:p>
        </p:txBody>
      </p:sp>
      <p:sp>
        <p:nvSpPr>
          <p:cNvPr id="8" name="tpl-p17-text-007">
            <a:extLst>
              <a:ext uri="{FF2B5EF4-FFF2-40B4-BE49-F238E27FC236}">
                <ns2:creationId id="{43FDEA97-64C4-4D8F-86E2-33E1F95C44A3}"/>
              </a:ext>
            </a:extLst>
          </p:cNvPr>
          <p:cNvSpPr>
            <a:spLocks noGrp="1"/>
          </p:cNvSpPr>
          <p:nvPr/>
        </p:nvSpPr>
        <p:spPr>
          <a:xfrm>
            <a:off x="22669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{{h041}}</a:t>
            </a:r>
          </a:p>
        </p:txBody>
      </p:sp>
      <p:sp>
        <p:nvSpPr>
          <p:cNvPr id="9" name="tpl-p17-text-008">
            <a:extLst>
              <a:ext uri="{FF2B5EF4-FFF2-40B4-BE49-F238E27FC236}">
                <ns2:creationId id="{E8F01973-D033-4DB7-B8B6-88543EAAE712}"/>
              </a:ext>
            </a:extLst>
          </p:cNvPr>
          <p:cNvSpPr>
            <a:spLocks noGrp="1"/>
          </p:cNvSpPr>
          <p:nvPr/>
        </p:nvSpPr>
        <p:spPr>
          <a:xfrm>
            <a:off x="22669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0" name="tpl-p17-text-009">
            <a:extLst>
              <a:ext uri="{FF2B5EF4-FFF2-40B4-BE49-F238E27FC236}">
                <ns2:creationId id="{4E36B4CA-5768-41C6-9764-44EEC6B0867A}"/>
              </a:ext>
            </a:extLst>
          </p:cNvPr>
          <p:cNvSpPr>
            <a:spLocks noGrp="1"/>
          </p:cNvSpPr>
          <p:nvPr/>
        </p:nvSpPr>
        <p:spPr>
          <a:xfrm>
            <a:off x="22669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{{n317}}</a:t>
            </a:r>
          </a:p>
        </p:txBody>
      </p:sp>
      <p:sp>
        <p:nvSpPr>
          <p:cNvPr id="11" name="tpl-p17-text-010">
            <a:extLst>
              <a:ext uri="{FF2B5EF4-FFF2-40B4-BE49-F238E27FC236}">
                <ns2:creationId id="{1AD247C5-9476-473A-AC7E-A8D55275B81C}"/>
              </a:ext>
            </a:extLst>
          </p:cNvPr>
          <p:cNvSpPr>
            <a:spLocks noGrp="1"/>
          </p:cNvSpPr>
          <p:nvPr/>
        </p:nvSpPr>
        <p:spPr>
          <a:xfrm>
            <a:off x="41529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pl-p17-text-011">
            <a:extLst>
              <a:ext uri="{FF2B5EF4-FFF2-40B4-BE49-F238E27FC236}">
                <ns2:creationId id="{AAC8B3E0-569E-4905-B16B-2C1F2BFAF4D8}"/>
              </a:ext>
            </a:extLst>
          </p:cNvPr>
          <p:cNvSpPr>
            <a:spLocks noGrp="1"/>
          </p:cNvSpPr>
          <p:nvPr/>
        </p:nvSpPr>
        <p:spPr>
          <a:xfrm>
            <a:off x="56578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{{a091}}</a:t>
            </a:r>
          </a:p>
        </p:txBody>
      </p:sp>
      <p:sp>
        <p:nvSpPr>
          <p:cNvPr id="14" name="tpl-p17-text-012">
            <a:extLst>
              <a:ext uri="{FF2B5EF4-FFF2-40B4-BE49-F238E27FC236}">
                <ns2:creationId id="{990CE7DE-3606-4A26-A8BE-FCA427AA15D8}"/>
              </a:ext>
            </a:extLst>
          </p:cNvPr>
          <p:cNvSpPr>
            <a:spLocks noGrp="1"/>
          </p:cNvSpPr>
          <p:nvPr/>
        </p:nvSpPr>
        <p:spPr>
          <a:xfrm>
            <a:off x="56578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{{h042}}</a:t>
            </a:r>
          </a:p>
        </p:txBody>
      </p:sp>
      <p:sp>
        <p:nvSpPr>
          <p:cNvPr id="15" name="tpl-p17-text-013">
            <a:extLst>
              <a:ext uri="{FF2B5EF4-FFF2-40B4-BE49-F238E27FC236}">
                <ns2:creationId id="{B57B7B54-2EED-46C2-BD2F-0E51581D9D2D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6" name="tpl-p17-text-014">
            <a:extLst>
              <a:ext uri="{FF2B5EF4-FFF2-40B4-BE49-F238E27FC236}">
                <ns2:creationId id="{DC846C8F-0AC3-42D0-814C-860B4EC48CAD}"/>
              </a:ext>
            </a:extLst>
          </p:cNvPr>
          <p:cNvSpPr>
            <a:spLocks noGrp="1"/>
          </p:cNvSpPr>
          <p:nvPr/>
        </p:nvSpPr>
        <p:spPr>
          <a:xfrm>
            <a:off x="56578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{{n318}}</a:t>
            </a:r>
          </a:p>
        </p:txBody>
      </p:sp>
      <p:sp>
        <p:nvSpPr>
          <p:cNvPr id="17" name="tpl-p17-text-015">
            <a:extLst>
              <a:ext uri="{FF2B5EF4-FFF2-40B4-BE49-F238E27FC236}">
                <ns2:creationId id="{DDA613C2-B205-4CA0-904C-37356F66C222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pl-p17-text-016">
            <a:extLst>
              <a:ext uri="{FF2B5EF4-FFF2-40B4-BE49-F238E27FC236}">
                <ns2:creationId id="{D0A309ED-5D9C-4535-BA7C-E095BEE4672F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{{a092}}</a:t>
            </a:r>
          </a:p>
        </p:txBody>
      </p:sp>
      <p:sp>
        <p:nvSpPr>
          <p:cNvPr id="20" name="tpl-p17-text-017">
            <a:extLst>
              <a:ext uri="{FF2B5EF4-FFF2-40B4-BE49-F238E27FC236}">
                <ns2:creationId id="{06EC7970-F4EC-4EB2-914E-06AD7DFB38C0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{{h043}}</a:t>
            </a:r>
          </a:p>
        </p:txBody>
      </p:sp>
      <p:sp>
        <p:nvSpPr>
          <p:cNvPr id="21" name="tpl-p17-text-018">
            <a:extLst>
              <a:ext uri="{FF2B5EF4-FFF2-40B4-BE49-F238E27FC236}">
                <ns2:creationId id="{0A1FB071-025A-4811-8C3B-A43AB8402E28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2" name="tpl-p17-text-019">
            <a:extLst>
              <a:ext uri="{FF2B5EF4-FFF2-40B4-BE49-F238E27FC236}">
                <ns2:creationId id="{DCBA721B-F5E6-4A5A-BAB6-285C6DE6C8CE}"/>
              </a:ext>
            </a:extLst>
          </p:cNvPr>
          <p:cNvSpPr>
            <a:spLocks noGrp="1"/>
          </p:cNvSpPr>
          <p:nvPr/>
        </p:nvSpPr>
        <p:spPr>
          <a:xfrm>
            <a:off x="90487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{{n319}}</a:t>
            </a:r>
          </a:p>
        </p:txBody>
      </p:sp>
      <p:sp>
        <p:nvSpPr>
          <p:cNvPr id="23" name="tpl-p17-text-020">
            <a:extLst>
              <a:ext uri="{FF2B5EF4-FFF2-40B4-BE49-F238E27FC236}">
                <ns2:creationId id="{2A5BE9DE-7700-4725-A2FB-92F022DDB8E5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pl-p17-text-021">
            <a:extLst>
              <a:ext uri="{FF2B5EF4-FFF2-40B4-BE49-F238E27FC236}">
                <ns2:creationId id="{068CC90E-178E-4724-BAA2-3DC320DA5A59}"/>
              </a:ext>
            </a:extLst>
          </p:cNvPr>
          <p:cNvSpPr>
            <a:spLocks noGrp="1"/>
          </p:cNvSpPr>
          <p:nvPr/>
        </p:nvSpPr>
        <p:spPr>
          <a:xfrm>
            <a:off x="124396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{{a093}}</a:t>
            </a:r>
          </a:p>
        </p:txBody>
      </p:sp>
      <p:sp>
        <p:nvSpPr>
          <p:cNvPr id="26" name="tpl-p17-text-022">
            <a:extLst>
              <a:ext uri="{FF2B5EF4-FFF2-40B4-BE49-F238E27FC236}">
                <ns2:creationId id="{7D280709-99EB-4DDD-B6E5-2CD7581E6D80}"/>
              </a:ext>
            </a:extLst>
          </p:cNvPr>
          <p:cNvSpPr>
            <a:spLocks noGrp="1"/>
          </p:cNvSpPr>
          <p:nvPr/>
        </p:nvSpPr>
        <p:spPr>
          <a:xfrm>
            <a:off x="124396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{{h044}}</a:t>
            </a:r>
          </a:p>
        </p:txBody>
      </p:sp>
      <p:sp>
        <p:nvSpPr>
          <p:cNvPr id="27" name="tpl-p17-text-023">
            <a:extLst>
              <a:ext uri="{FF2B5EF4-FFF2-40B4-BE49-F238E27FC236}">
                <ns2:creationId id="{7DE0014B-E17F-488B-A039-23AEA87D30FF}"/>
              </a:ext>
            </a:extLst>
          </p:cNvPr>
          <p:cNvSpPr>
            <a:spLocks noGrp="1"/>
          </p:cNvSpPr>
          <p:nvPr/>
        </p:nvSpPr>
        <p:spPr>
          <a:xfrm>
            <a:off x="124396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8" name="tpl-p17-text-024">
            <a:extLst>
              <a:ext uri="{FF2B5EF4-FFF2-40B4-BE49-F238E27FC236}">
                <ns2:creationId id="{F0F445F8-01BD-4B67-BF38-EBB69A64FBE9}"/>
              </a:ext>
            </a:extLst>
          </p:cNvPr>
          <p:cNvSpPr>
            <a:spLocks noGrp="1"/>
          </p:cNvSpPr>
          <p:nvPr/>
        </p:nvSpPr>
        <p:spPr>
          <a:xfrm>
            <a:off x="124396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{{n320}}</a:t>
            </a:r>
          </a:p>
        </p:txBody>
      </p:sp>
      <p:sp>
        <p:nvSpPr>
          <p:cNvPr id="29" name="tpl-p17-text-025">
            <a:extLst>
              <a:ext uri="{FF2B5EF4-FFF2-40B4-BE49-F238E27FC236}">
                <ns2:creationId id="{41719504-CB07-4E1F-8349-777E2C6621B5}"/>
              </a:ext>
            </a:extLst>
          </p:cNvPr>
          <p:cNvSpPr>
            <a:spLocks noGrp="1"/>
          </p:cNvSpPr>
          <p:nvPr/>
        </p:nvSpPr>
        <p:spPr>
          <a:xfrm>
            <a:off x="143256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tpl-p17-text-026">
            <a:extLst>
              <a:ext uri="{FF2B5EF4-FFF2-40B4-BE49-F238E27FC236}">
                <ns2:creationId id="{D0F64694-2C64-40C7-9F54-5B90C3FA5202}"/>
              </a:ext>
            </a:extLst>
          </p:cNvPr>
          <p:cNvSpPr>
            <a:spLocks noGrp="1"/>
          </p:cNvSpPr>
          <p:nvPr/>
        </p:nvSpPr>
        <p:spPr>
          <a:xfrm>
            <a:off x="158305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{{a094}}</a:t>
            </a:r>
          </a:p>
        </p:txBody>
      </p:sp>
      <p:sp>
        <p:nvSpPr>
          <p:cNvPr id="32" name="tpl-p17-text-027">
            <a:extLst>
              <a:ext uri="{FF2B5EF4-FFF2-40B4-BE49-F238E27FC236}">
                <ns2:creationId id="{31F52B48-A60A-4C02-ACA0-464A98F888A9}"/>
              </a:ext>
            </a:extLst>
          </p:cNvPr>
          <p:cNvSpPr>
            <a:spLocks noGrp="1"/>
          </p:cNvSpPr>
          <p:nvPr/>
        </p:nvSpPr>
        <p:spPr>
          <a:xfrm>
            <a:off x="158305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{{h045}}</a:t>
            </a:r>
          </a:p>
        </p:txBody>
      </p:sp>
      <p:sp>
        <p:nvSpPr>
          <p:cNvPr id="33" name="tpl-p17-text-028">
            <a:extLst>
              <a:ext uri="{FF2B5EF4-FFF2-40B4-BE49-F238E27FC236}">
                <ns2:creationId id="{18EDE4A4-09E6-42E3-B98D-E8092A561F4B}"/>
              </a:ext>
            </a:extLst>
          </p:cNvPr>
          <p:cNvSpPr>
            <a:spLocks noGrp="1"/>
          </p:cNvSpPr>
          <p:nvPr/>
        </p:nvSpPr>
        <p:spPr>
          <a:xfrm>
            <a:off x="158305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4" name="tpl-p17-text-029">
            <a:extLst>
              <a:ext uri="{FF2B5EF4-FFF2-40B4-BE49-F238E27FC236}">
                <ns2:creationId id="{A555C157-1121-4A70-B30A-6931FA5E9017}"/>
              </a:ext>
            </a:extLst>
          </p:cNvPr>
          <p:cNvSpPr>
            <a:spLocks noGrp="1"/>
          </p:cNvSpPr>
          <p:nvPr/>
        </p:nvSpPr>
        <p:spPr>
          <a:xfrm>
            <a:off x="158305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{{n321}}</a:t>
            </a:r>
          </a:p>
        </p:txBody>
      </p:sp>
      <p:sp>
        <p:nvSpPr>
          <p:cNvPr id="35" name="tpl-p17-text-030">
            <a:extLst>
              <a:ext uri="{FF2B5EF4-FFF2-40B4-BE49-F238E27FC236}">
                <ns2:creationId id="{379AD895-B8DA-446D-98AD-EBCD92783FBF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7" name="tpl-p17-text-031">
            <a:extLst>
              <a:ext uri="{FF2B5EF4-FFF2-40B4-BE49-F238E27FC236}">
                <ns2:creationId id="{D1FDB201-00B2-427A-B03F-2C2F99BFF036}"/>
              </a:ext>
            </a:extLst>
          </p:cNvPr>
          <p:cNvSpPr>
            <a:spLocks noGrp="1"/>
          </p:cNvSpPr>
          <p:nvPr/>
        </p:nvSpPr>
        <p:spPr>
          <a:xfrm>
            <a:off x="22669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{{a095}}</a:t>
            </a:r>
          </a:p>
        </p:txBody>
      </p:sp>
      <p:sp>
        <p:nvSpPr>
          <p:cNvPr id="38" name="tpl-p17-text-032">
            <a:extLst>
              <a:ext uri="{FF2B5EF4-FFF2-40B4-BE49-F238E27FC236}">
                <ns2:creationId id="{1E06172A-A0BE-4D7D-BC6A-32F383C7130A}"/>
              </a:ext>
            </a:extLst>
          </p:cNvPr>
          <p:cNvSpPr>
            <a:spLocks noGrp="1"/>
          </p:cNvSpPr>
          <p:nvPr/>
        </p:nvSpPr>
        <p:spPr>
          <a:xfrm>
            <a:off x="22669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{{h046}}</a:t>
            </a:r>
          </a:p>
        </p:txBody>
      </p:sp>
      <p:sp>
        <p:nvSpPr>
          <p:cNvPr id="39" name="tpl-p17-text-033">
            <a:extLst>
              <a:ext uri="{FF2B5EF4-FFF2-40B4-BE49-F238E27FC236}">
                <ns2:creationId id="{68EDB482-0410-40E7-B995-7A8AFC6E5F9A}"/>
              </a:ext>
            </a:extLst>
          </p:cNvPr>
          <p:cNvSpPr>
            <a:spLocks noGrp="1"/>
          </p:cNvSpPr>
          <p:nvPr/>
        </p:nvSpPr>
        <p:spPr>
          <a:xfrm>
            <a:off x="22669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0" name="tpl-p17-text-034">
            <a:extLst>
              <a:ext uri="{FF2B5EF4-FFF2-40B4-BE49-F238E27FC236}">
                <ns2:creationId id="{6C74CB80-78FD-4F15-8023-BBE57B1486F0}"/>
              </a:ext>
            </a:extLst>
          </p:cNvPr>
          <p:cNvSpPr>
            <a:spLocks noGrp="1"/>
          </p:cNvSpPr>
          <p:nvPr/>
        </p:nvSpPr>
        <p:spPr>
          <a:xfrm>
            <a:off x="22669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{{n322}}</a:t>
            </a:r>
          </a:p>
        </p:txBody>
      </p:sp>
      <p:sp>
        <p:nvSpPr>
          <p:cNvPr id="41" name="tpl-p17-text-035">
            <a:extLst>
              <a:ext uri="{FF2B5EF4-FFF2-40B4-BE49-F238E27FC236}">
                <ns2:creationId id="{4A9ABEAC-3C12-476C-A2F1-F5DA35532AF1}"/>
              </a:ext>
            </a:extLst>
          </p:cNvPr>
          <p:cNvSpPr>
            <a:spLocks noGrp="1"/>
          </p:cNvSpPr>
          <p:nvPr/>
        </p:nvSpPr>
        <p:spPr>
          <a:xfrm>
            <a:off x="41529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3" name="tpl-p17-text-036">
            <a:extLst>
              <a:ext uri="{FF2B5EF4-FFF2-40B4-BE49-F238E27FC236}">
                <ns2:creationId id="{EF821EDC-6A3E-41E8-A282-9030866EB746}"/>
              </a:ext>
            </a:extLst>
          </p:cNvPr>
          <p:cNvSpPr>
            <a:spLocks noGrp="1"/>
          </p:cNvSpPr>
          <p:nvPr/>
        </p:nvSpPr>
        <p:spPr>
          <a:xfrm>
            <a:off x="56578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{{a096}}</a:t>
            </a:r>
          </a:p>
        </p:txBody>
      </p:sp>
      <p:sp>
        <p:nvSpPr>
          <p:cNvPr id="44" name="tpl-p17-text-037">
            <a:extLst>
              <a:ext uri="{FF2B5EF4-FFF2-40B4-BE49-F238E27FC236}">
                <ns2:creationId id="{C57F92DD-C603-4CBC-A9C1-5D76DDA612BD}"/>
              </a:ext>
            </a:extLst>
          </p:cNvPr>
          <p:cNvSpPr>
            <a:spLocks noGrp="1"/>
          </p:cNvSpPr>
          <p:nvPr/>
        </p:nvSpPr>
        <p:spPr>
          <a:xfrm>
            <a:off x="56578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{{h047}}</a:t>
            </a:r>
          </a:p>
        </p:txBody>
      </p:sp>
      <p:sp>
        <p:nvSpPr>
          <p:cNvPr id="45" name="tpl-p17-text-038">
            <a:extLst>
              <a:ext uri="{FF2B5EF4-FFF2-40B4-BE49-F238E27FC236}">
                <ns2:creationId id="{87F94872-3E9D-40A3-83B8-005C5629BA76}"/>
              </a:ext>
            </a:extLst>
          </p:cNvPr>
          <p:cNvSpPr>
            <a:spLocks noGrp="1"/>
          </p:cNvSpPr>
          <p:nvPr/>
        </p:nvSpPr>
        <p:spPr>
          <a:xfrm>
            <a:off x="56578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6" name="tpl-p17-text-039">
            <a:extLst>
              <a:ext uri="{FF2B5EF4-FFF2-40B4-BE49-F238E27FC236}">
                <ns2:creationId id="{553129AF-457C-4F36-AD26-42359F7CCBF2}"/>
              </a:ext>
            </a:extLst>
          </p:cNvPr>
          <p:cNvSpPr>
            <a:spLocks noGrp="1"/>
          </p:cNvSpPr>
          <p:nvPr/>
        </p:nvSpPr>
        <p:spPr>
          <a:xfrm>
            <a:off x="56578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{{n323}}</a:t>
            </a:r>
          </a:p>
        </p:txBody>
      </p:sp>
      <p:sp>
        <p:nvSpPr>
          <p:cNvPr id="47" name="tpl-p17-text-040">
            <a:extLst>
              <a:ext uri="{FF2B5EF4-FFF2-40B4-BE49-F238E27FC236}">
                <ns2:creationId id="{61B11826-28DC-4B00-807D-565C8F0F8A7D}"/>
              </a:ext>
            </a:extLst>
          </p:cNvPr>
          <p:cNvSpPr>
            <a:spLocks noGrp="1"/>
          </p:cNvSpPr>
          <p:nvPr/>
        </p:nvSpPr>
        <p:spPr>
          <a:xfrm>
            <a:off x="75438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9" name="tpl-p17-text-041">
            <a:extLst>
              <a:ext uri="{FF2B5EF4-FFF2-40B4-BE49-F238E27FC236}">
                <ns2:creationId id="{D62D2AE0-C134-449A-A450-1427F53ECA99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{{a097}}</a:t>
            </a:r>
          </a:p>
        </p:txBody>
      </p:sp>
      <p:sp>
        <p:nvSpPr>
          <p:cNvPr id="50" name="tpl-p17-text-042">
            <a:extLst>
              <a:ext uri="{FF2B5EF4-FFF2-40B4-BE49-F238E27FC236}">
                <ns2:creationId id="{3215CE65-42B7-4995-9A0B-3828A9331B53}"/>
              </a:ext>
            </a:extLst>
          </p:cNvPr>
          <p:cNvSpPr>
            <a:spLocks noGrp="1"/>
          </p:cNvSpPr>
          <p:nvPr/>
        </p:nvSpPr>
        <p:spPr>
          <a:xfrm>
            <a:off x="90487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{{h048}}</a:t>
            </a:r>
          </a:p>
        </p:txBody>
      </p:sp>
      <p:sp>
        <p:nvSpPr>
          <p:cNvPr id="51" name="tpl-p17-text-043">
            <a:extLst>
              <a:ext uri="{FF2B5EF4-FFF2-40B4-BE49-F238E27FC236}">
                <ns2:creationId id="{8594EF36-E533-4603-A277-EEDE27546BED}"/>
              </a:ext>
            </a:extLst>
          </p:cNvPr>
          <p:cNvSpPr>
            <a:spLocks noGrp="1"/>
          </p:cNvSpPr>
          <p:nvPr/>
        </p:nvSpPr>
        <p:spPr>
          <a:xfrm>
            <a:off x="90487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2" name="tpl-p17-text-044">
            <a:extLst>
              <a:ext uri="{FF2B5EF4-FFF2-40B4-BE49-F238E27FC236}">
                <ns2:creationId id="{2CF4592F-AD08-4E11-B395-E65053153C2E}"/>
              </a:ext>
            </a:extLst>
          </p:cNvPr>
          <p:cNvSpPr>
            <a:spLocks noGrp="1"/>
          </p:cNvSpPr>
          <p:nvPr/>
        </p:nvSpPr>
        <p:spPr>
          <a:xfrm>
            <a:off x="90487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{{n324}}</a:t>
            </a:r>
          </a:p>
        </p:txBody>
      </p:sp>
      <p:sp>
        <p:nvSpPr>
          <p:cNvPr id="53" name="tpl-p17-text-045">
            <a:extLst>
              <a:ext uri="{FF2B5EF4-FFF2-40B4-BE49-F238E27FC236}">
                <ns2:creationId id="{07C39D72-3D28-4A73-B412-26AB518FF2BC}"/>
              </a:ext>
            </a:extLst>
          </p:cNvPr>
          <p:cNvSpPr>
            <a:spLocks noGrp="1"/>
          </p:cNvSpPr>
          <p:nvPr/>
        </p:nvSpPr>
        <p:spPr>
          <a:xfrm>
            <a:off x="109347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5" name="tpl-p17-text-046">
            <a:extLst>
              <a:ext uri="{FF2B5EF4-FFF2-40B4-BE49-F238E27FC236}">
                <ns2:creationId id="{20E35D05-1FA1-4642-8836-4444F726ACBB}"/>
              </a:ext>
            </a:extLst>
          </p:cNvPr>
          <p:cNvSpPr>
            <a:spLocks noGrp="1"/>
          </p:cNvSpPr>
          <p:nvPr/>
        </p:nvSpPr>
        <p:spPr>
          <a:xfrm>
            <a:off x="124396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{{a098}}</a:t>
            </a:r>
          </a:p>
        </p:txBody>
      </p:sp>
      <p:sp>
        <p:nvSpPr>
          <p:cNvPr id="56" name="tpl-p17-text-047">
            <a:extLst>
              <a:ext uri="{FF2B5EF4-FFF2-40B4-BE49-F238E27FC236}">
                <ns2:creationId id="{A3812F54-5D92-45D6-B717-218BFAF403A4}"/>
              </a:ext>
            </a:extLst>
          </p:cNvPr>
          <p:cNvSpPr>
            <a:spLocks noGrp="1"/>
          </p:cNvSpPr>
          <p:nvPr/>
        </p:nvSpPr>
        <p:spPr>
          <a:xfrm>
            <a:off x="124396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{{h049}}</a:t>
            </a:r>
          </a:p>
        </p:txBody>
      </p:sp>
      <p:sp>
        <p:nvSpPr>
          <p:cNvPr id="57" name="tpl-p17-text-048">
            <a:extLst>
              <a:ext uri="{FF2B5EF4-FFF2-40B4-BE49-F238E27FC236}">
                <ns2:creationId id="{8CFE197C-055B-4422-A8F5-039863D34501}"/>
              </a:ext>
            </a:extLst>
          </p:cNvPr>
          <p:cNvSpPr>
            <a:spLocks noGrp="1"/>
          </p:cNvSpPr>
          <p:nvPr/>
        </p:nvSpPr>
        <p:spPr>
          <a:xfrm>
            <a:off x="124396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8" name="tpl-p17-text-049">
            <a:extLst>
              <a:ext uri="{FF2B5EF4-FFF2-40B4-BE49-F238E27FC236}">
                <ns2:creationId id="{94D2E728-D9EB-4798-AFF0-F7356FB53C9F}"/>
              </a:ext>
            </a:extLst>
          </p:cNvPr>
          <p:cNvSpPr>
            <a:spLocks noGrp="1"/>
          </p:cNvSpPr>
          <p:nvPr/>
        </p:nvSpPr>
        <p:spPr>
          <a:xfrm>
            <a:off x="124396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{{n325}}</a:t>
            </a:r>
          </a:p>
        </p:txBody>
      </p:sp>
      <p:sp>
        <p:nvSpPr>
          <p:cNvPr id="59" name="tpl-p17-text-050">
            <a:extLst>
              <a:ext uri="{FF2B5EF4-FFF2-40B4-BE49-F238E27FC236}">
                <ns2:creationId id="{2EFF0194-3AA5-4ACB-9ECB-8F6BE8570F76}"/>
              </a:ext>
            </a:extLst>
          </p:cNvPr>
          <p:cNvSpPr>
            <a:spLocks noGrp="1"/>
          </p:cNvSpPr>
          <p:nvPr/>
        </p:nvSpPr>
        <p:spPr>
          <a:xfrm>
            <a:off x="143256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1" name="tpl-p17-text-051">
            <a:extLst>
              <a:ext uri="{FF2B5EF4-FFF2-40B4-BE49-F238E27FC236}">
                <ns2:creationId id="{50CA08E8-2B5E-4BB8-9348-53E2A6E7C1BB}"/>
              </a:ext>
            </a:extLst>
          </p:cNvPr>
          <p:cNvSpPr>
            <a:spLocks noGrp="1"/>
          </p:cNvSpPr>
          <p:nvPr/>
        </p:nvSpPr>
        <p:spPr>
          <a:xfrm>
            <a:off x="158305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{{a099}}</a:t>
            </a:r>
          </a:p>
        </p:txBody>
      </p:sp>
      <p:sp>
        <p:nvSpPr>
          <p:cNvPr id="62" name="tpl-p17-text-052">
            <a:extLst>
              <a:ext uri="{FF2B5EF4-FFF2-40B4-BE49-F238E27FC236}">
                <ns2:creationId id="{89EF5472-6E47-49BF-A496-BE1CC5D6D215}"/>
              </a:ext>
            </a:extLst>
          </p:cNvPr>
          <p:cNvSpPr>
            <a:spLocks noGrp="1"/>
          </p:cNvSpPr>
          <p:nvPr/>
        </p:nvSpPr>
        <p:spPr>
          <a:xfrm>
            <a:off x="158305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{{h050}}</a:t>
            </a:r>
          </a:p>
        </p:txBody>
      </p:sp>
      <p:sp>
        <p:nvSpPr>
          <p:cNvPr id="63" name="tpl-p17-text-053">
            <a:extLst>
              <a:ext uri="{FF2B5EF4-FFF2-40B4-BE49-F238E27FC236}">
                <ns2:creationId id="{8B6D500E-1F1F-4766-B4CA-9C376898A854}"/>
              </a:ext>
            </a:extLst>
          </p:cNvPr>
          <p:cNvSpPr>
            <a:spLocks noGrp="1"/>
          </p:cNvSpPr>
          <p:nvPr/>
        </p:nvSpPr>
        <p:spPr>
          <a:xfrm>
            <a:off x="158305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4" name="tpl-p17-text-054">
            <a:extLst>
              <a:ext uri="{FF2B5EF4-FFF2-40B4-BE49-F238E27FC236}">
                <ns2:creationId id="{A581BB56-7132-4C94-ACE3-DACE2CB005B6}"/>
              </a:ext>
            </a:extLst>
          </p:cNvPr>
          <p:cNvSpPr>
            <a:spLocks noGrp="1"/>
          </p:cNvSpPr>
          <p:nvPr/>
        </p:nvSpPr>
        <p:spPr>
          <a:xfrm>
            <a:off x="158305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{{n326}}</a:t>
            </a:r>
          </a:p>
        </p:txBody>
      </p:sp>
      <p:sp>
        <p:nvSpPr>
          <p:cNvPr id="65" name="tpl-p17-text-055">
            <a:extLst>
              <a:ext uri="{FF2B5EF4-FFF2-40B4-BE49-F238E27FC236}">
                <ns2:creationId id="{710A7A0F-5CAB-4D90-B43B-5592D25BFB29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「対象外」は集計に含みません。</a:t>
            </a:r>
          </a:p>
        </p:txBody>
      </p:sp>
      <p:sp>
        <p:nvSpPr>
          <p:cNvPr id="67" name="tpl-p17-image-01">
            <a:extLst>
              <a:ext uri="{FF2B5EF4-FFF2-40B4-BE49-F238E27FC236}">
                <ns2:creationId id="{B62CFC47-1EDC-4DA0-AEE4-20DB7FF6152E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20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{{i086}}</a:t>
            </a:r>
          </a:p>
        </p:txBody>
      </p:sp>
      <p:sp>
        <p:nvSpPr>
          <p:cNvPr id="68" name="tpl-p17-image-02">
            <a:extLst>
              <a:ext uri="{FF2B5EF4-FFF2-40B4-BE49-F238E27FC236}">
                <ns2:creationId id="{E26748BF-4CE4-42FE-8647-770DF87F6070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1529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{{i087}}</a:t>
            </a:r>
          </a:p>
        </p:txBody>
      </p:sp>
      <p:sp>
        <p:nvSpPr>
          <p:cNvPr id="69" name="tpl-p17-image-03">
            <a:extLst>
              <a:ext uri="{FF2B5EF4-FFF2-40B4-BE49-F238E27FC236}">
                <ns2:creationId id="{9B1097F6-8D27-4980-884D-E341E72FF368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75438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{{i088}}</a:t>
            </a:r>
          </a:p>
        </p:txBody>
      </p:sp>
      <p:sp>
        <p:nvSpPr>
          <p:cNvPr id="70" name="tpl-p17-image-04">
            <a:extLst>
              <a:ext uri="{FF2B5EF4-FFF2-40B4-BE49-F238E27FC236}">
                <ns2:creationId id="{496068A0-7CCA-4BAB-AB0C-BC9314EBF46B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09347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{{i089}}</a:t>
            </a:r>
          </a:p>
        </p:txBody>
      </p:sp>
      <p:sp>
        <p:nvSpPr>
          <p:cNvPr id="71" name="tpl-p17-image-05">
            <a:extLst>
              <a:ext uri="{FF2B5EF4-FFF2-40B4-BE49-F238E27FC236}">
                <ns2:creationId id="{6A00FBA9-86C9-4CCB-A177-3A63F35347A3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43256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{{i090}}</a:t>
            </a:r>
          </a:p>
        </p:txBody>
      </p:sp>
      <p:sp>
        <p:nvSpPr>
          <p:cNvPr id="72" name="tpl-p17-image-06">
            <a:extLst>
              <a:ext uri="{FF2B5EF4-FFF2-40B4-BE49-F238E27FC236}">
                <ns2:creationId id="{26319AFA-8FD8-40E1-8E13-166689F3BAF1}"/>
              </a:ext>
            </a:extLst>
          </p:cNvPr>
          <p:cNvSpPr>
            <a:spLocks noGrp="1"/>
          </p:cNvSpPr>
          <p:nvPr>
            <p:ph type="pic" idx="06"/>
          </p:nvPr>
        </p:nvSpPr>
        <p:spPr>
          <a:xfrm>
            <a:off x="7620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{{i091}}</a:t>
            </a:r>
          </a:p>
        </p:txBody>
      </p:sp>
      <p:sp>
        <p:nvSpPr>
          <p:cNvPr id="73" name="tpl-p17-image-07">
            <a:extLst>
              <a:ext uri="{FF2B5EF4-FFF2-40B4-BE49-F238E27FC236}">
                <ns2:creationId id="{D7308828-CE1B-4362-B0EB-4C09AC6F5B4C}"/>
              </a:ext>
            </a:extLst>
          </p:cNvPr>
          <p:cNvSpPr>
            <a:spLocks noGrp="1"/>
          </p:cNvSpPr>
          <p:nvPr>
            <p:ph type="pic" idx="07"/>
          </p:nvPr>
        </p:nvSpPr>
        <p:spPr>
          <a:xfrm>
            <a:off x="41529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{{i092}}</a:t>
            </a:r>
          </a:p>
        </p:txBody>
      </p:sp>
      <p:sp>
        <p:nvSpPr>
          <p:cNvPr id="74" name="tpl-p17-image-08">
            <a:extLst>
              <a:ext uri="{FF2B5EF4-FFF2-40B4-BE49-F238E27FC236}">
                <ns2:creationId id="{981E0555-DC1F-4FC1-A45C-EFF88F696D67}"/>
              </a:ext>
            </a:extLst>
          </p:cNvPr>
          <p:cNvSpPr>
            <a:spLocks noGrp="1"/>
          </p:cNvSpPr>
          <p:nvPr>
            <p:ph type="pic" idx="08"/>
          </p:nvPr>
        </p:nvSpPr>
        <p:spPr>
          <a:xfrm>
            <a:off x="75438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{{i093}}</a:t>
            </a:r>
          </a:p>
        </p:txBody>
      </p:sp>
      <p:sp>
        <p:nvSpPr>
          <p:cNvPr id="75" name="tpl-p17-image-09">
            <a:extLst>
              <a:ext uri="{FF2B5EF4-FFF2-40B4-BE49-F238E27FC236}">
                <ns2:creationId id="{FFD82B58-7E24-447B-907F-0F553601A063}"/>
              </a:ext>
            </a:extLst>
          </p:cNvPr>
          <p:cNvSpPr>
            <a:spLocks noGrp="1"/>
          </p:cNvSpPr>
          <p:nvPr>
            <p:ph type="pic" idx="09"/>
          </p:nvPr>
        </p:nvSpPr>
        <p:spPr>
          <a:xfrm>
            <a:off x="109347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{{i094}}</a:t>
            </a:r>
          </a:p>
        </p:txBody>
      </p:sp>
      <p:sp>
        <p:nvSpPr>
          <p:cNvPr id="76" name="tpl-p17-image-10">
            <a:extLst>
              <a:ext uri="{FF2B5EF4-FFF2-40B4-BE49-F238E27FC236}">
                <ns2:creationId id="{A94D446A-63AF-4F45-A8F8-4F27C00F498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3256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{{i095}}</a:t>
            </a:r>
          </a:p>
        </p:txBody>
      </p:sp>
    </p:spTree>
    <p:extLst>
      <p:ext uri="{BB962C8B-B14F-4D97-AF65-F5344CB8AC3E}">
        <ns3:creationId val="48704071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pl-p18-text-001">
            <a:extLst>
              <a:ext uri="{FF2B5EF4-FFF2-40B4-BE49-F238E27FC236}">
                <ns2:creationId id="{3560FF09-818C-4425-9997-3AEDD6784619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8-text-002">
            <a:extLst>
              <a:ext uri="{FF2B5EF4-FFF2-40B4-BE49-F238E27FC236}">
                <ns2:creationId id="{38D197CD-7714-4234-92C9-DE9ED87BDEA2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中立ワード02｜同じ検索語での各社比較</a:t>
            </a:r>
          </a:p>
        </p:txBody>
      </p:sp>
      <p:sp>
        <p:nvSpPr>
          <p:cNvPr id="3" name="tpl-p18-text-003">
            <a:extLst>
              <a:ext uri="{FF2B5EF4-FFF2-40B4-BE49-F238E27FC236}">
                <ns2:creationId id="{FDCA101F-C45C-4EC7-8528-80E5F046E71E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検索「{{q_n2}}」 対象{{n327}}投稿</a:t>
            </a:r>
          </a:p>
        </p:txBody>
      </p:sp>
      <p:sp>
        <p:nvSpPr>
          <p:cNvPr id="4" name="tpl-p18-text-004">
            <a:extLst>
              <a:ext uri="{FF2B5EF4-FFF2-40B4-BE49-F238E27FC236}">
                <ns2:creationId id="{FA0A363F-3551-475F-AE04-DFB814F81E9A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18 / 25</a:t>
            </a:r>
          </a:p>
        </p:txBody>
      </p:sp>
      <p:graphicFrame>
        <p:nvGraphicFramePr>
          <p:cNvPr id="5" name="tpl-p18-table-01">
            <a:extLst>
              <a:ext uri="{FF2B5EF4-FFF2-40B4-BE49-F238E27FC236}">
                <ns2:creationId id="{ECD472CD-0A62-4031-BCB7-D341CC66EE01}"/>
              </a:ext>
            </a:extLst>
          </p:cNvPr>
          <p:cNvGraphicFramePr/>
          <p:nvPr/>
        </p:nvGraphicFramePr>
        <p:xfrm>
          <a:off x="762000" y="3333750"/>
          <a:ext cx="16764000" cy="5429250"/>
        </p:xfrm>
        <a:graphic>
          <a:graphicData uri="http://schemas.openxmlformats.org/drawingml/2006/table">
            <a:tbl>
              <a:tblPr/>
              <a:tblGrid>
                <a:gridCol w="4762500"/>
                <a:gridCol w="3429000"/>
                <a:gridCol w="5143500"/>
                <a:gridCol w="3429000"/>
              </a:tblGrid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ブランド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対象投稿数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トータル再生数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PR確認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{{self}}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{{n328}}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{{n329}}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{{n330}}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{{a}}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{{n331}}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{{b}}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{{n336}}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その他・特定なし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{{n337}}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{{n338}}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{{n339}}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520509870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0" name="tpl-p19-text-001">
            <a:extLst>
              <a:ext uri="{FF2B5EF4-FFF2-40B4-BE49-F238E27FC236}">
                <ns2:creationId id="{09DD284A-129E-4E26-A250-FE689E170050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19-text-002">
            <a:extLst>
              <a:ext uri="{FF2B5EF4-FFF2-40B4-BE49-F238E27FC236}">
                <ns2:creationId id="{A7191DBE-F1AF-44A7-9012-296AB20436BD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中立ワード03｜検索結果の表示順</a:t>
            </a:r>
          </a:p>
        </p:txBody>
      </p:sp>
      <p:sp>
        <p:nvSpPr>
          <p:cNvPr id="3" name="tpl-p19-text-003">
            <a:extLst>
              <a:ext uri="{FF2B5EF4-FFF2-40B4-BE49-F238E27FC236}">
                <ns2:creationId id="{D73AE27B-4775-4981-8C4F-0CA5519A0748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検索「{{q_n3}}」 表示1–10位／取得{{n340}}件</a:t>
            </a:r>
          </a:p>
        </p:txBody>
      </p:sp>
      <p:sp>
        <p:nvSpPr>
          <p:cNvPr id="4" name="tpl-p19-text-004">
            <a:extLst>
              <a:ext uri="{FF2B5EF4-FFF2-40B4-BE49-F238E27FC236}">
                <ns2:creationId id="{03C89993-7BB3-4957-96AB-56831818BB2D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19 / 25</a:t>
            </a:r>
          </a:p>
        </p:txBody>
      </p:sp>
      <p:sp>
        <p:nvSpPr>
          <p:cNvPr id="5" name="tpl-p19-text-005">
            <a:extLst>
              <a:ext uri="{FF2B5EF4-FFF2-40B4-BE49-F238E27FC236}">
                <ns2:creationId id="{12AC4059-7C11-4817-B957-8F2AA4E9D9E1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pl-p19-text-006">
            <a:extLst>
              <a:ext uri="{FF2B5EF4-FFF2-40B4-BE49-F238E27FC236}">
                <ns2:creationId id="{36A54676-CDF6-40F8-B336-AD494F21BFD6}"/>
              </a:ext>
            </a:extLst>
          </p:cNvPr>
          <p:cNvSpPr>
            <a:spLocks noGrp="1"/>
          </p:cNvSpPr>
          <p:nvPr/>
        </p:nvSpPr>
        <p:spPr>
          <a:xfrm>
            <a:off x="22669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{{a100}}</a:t>
            </a:r>
          </a:p>
        </p:txBody>
      </p:sp>
      <p:sp>
        <p:nvSpPr>
          <p:cNvPr id="8" name="tpl-p19-text-007">
            <a:extLst>
              <a:ext uri="{FF2B5EF4-FFF2-40B4-BE49-F238E27FC236}">
                <ns2:creationId id="{72042374-781D-445D-9096-79E7219CD7BF}"/>
              </a:ext>
            </a:extLst>
          </p:cNvPr>
          <p:cNvSpPr>
            <a:spLocks noGrp="1"/>
          </p:cNvSpPr>
          <p:nvPr/>
        </p:nvSpPr>
        <p:spPr>
          <a:xfrm>
            <a:off x="22669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{{h051}}</a:t>
            </a:r>
          </a:p>
        </p:txBody>
      </p:sp>
      <p:sp>
        <p:nvSpPr>
          <p:cNvPr id="9" name="tpl-p19-text-008">
            <a:extLst>
              <a:ext uri="{FF2B5EF4-FFF2-40B4-BE49-F238E27FC236}">
                <ns2:creationId id="{438BAF8A-9B58-4869-8DE0-D0070508297F}"/>
              </a:ext>
            </a:extLst>
          </p:cNvPr>
          <p:cNvSpPr>
            <a:spLocks noGrp="1"/>
          </p:cNvSpPr>
          <p:nvPr/>
        </p:nvSpPr>
        <p:spPr>
          <a:xfrm>
            <a:off x="22669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0" name="tpl-p19-text-009">
            <a:extLst>
              <a:ext uri="{FF2B5EF4-FFF2-40B4-BE49-F238E27FC236}">
                <ns2:creationId id="{AC3BADC1-2EA7-4FA3-A441-A060DBD7EBFA}"/>
              </a:ext>
            </a:extLst>
          </p:cNvPr>
          <p:cNvSpPr>
            <a:spLocks noGrp="1"/>
          </p:cNvSpPr>
          <p:nvPr/>
        </p:nvSpPr>
        <p:spPr>
          <a:xfrm>
            <a:off x="22669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{{n341}}</a:t>
            </a:r>
          </a:p>
        </p:txBody>
      </p:sp>
      <p:sp>
        <p:nvSpPr>
          <p:cNvPr id="11" name="tpl-p19-text-010">
            <a:extLst>
              <a:ext uri="{FF2B5EF4-FFF2-40B4-BE49-F238E27FC236}">
                <ns2:creationId id="{ECAE53E1-2E91-4C6F-9F9B-68A7655A833F}"/>
              </a:ext>
            </a:extLst>
          </p:cNvPr>
          <p:cNvSpPr>
            <a:spLocks noGrp="1"/>
          </p:cNvSpPr>
          <p:nvPr/>
        </p:nvSpPr>
        <p:spPr>
          <a:xfrm>
            <a:off x="41529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pl-p19-text-012">
            <a:extLst>
              <a:ext uri="{FF2B5EF4-FFF2-40B4-BE49-F238E27FC236}">
                <ns2:creationId id="{F187022E-D653-472E-B6E3-FF126A2C49CD}"/>
              </a:ext>
            </a:extLst>
          </p:cNvPr>
          <p:cNvSpPr>
            <a:spLocks noGrp="1"/>
          </p:cNvSpPr>
          <p:nvPr/>
        </p:nvSpPr>
        <p:spPr>
          <a:xfrm>
            <a:off x="56578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{{a101}}</a:t>
            </a:r>
          </a:p>
        </p:txBody>
      </p:sp>
      <p:sp>
        <p:nvSpPr>
          <p:cNvPr id="15" name="tpl-p19-text-013">
            <a:extLst>
              <a:ext uri="{FF2B5EF4-FFF2-40B4-BE49-F238E27FC236}">
                <ns2:creationId id="{9532B6E6-9D1F-47BE-A4A4-1AFDF8D9F41B}"/>
              </a:ext>
            </a:extLst>
          </p:cNvPr>
          <p:cNvSpPr>
            <a:spLocks noGrp="1"/>
          </p:cNvSpPr>
          <p:nvPr/>
        </p:nvSpPr>
        <p:spPr>
          <a:xfrm>
            <a:off x="56578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{{h052}}</a:t>
            </a:r>
          </a:p>
        </p:txBody>
      </p:sp>
      <p:sp>
        <p:nvSpPr>
          <p:cNvPr id="16" name="tpl-p19-text-014">
            <a:extLst>
              <a:ext uri="{FF2B5EF4-FFF2-40B4-BE49-F238E27FC236}">
                <ns2:creationId id="{836613C4-3DA6-46A2-BBC5-E975559296CF}"/>
              </a:ext>
            </a:extLst>
          </p:cNvPr>
          <p:cNvSpPr>
            <a:spLocks noGrp="1"/>
          </p:cNvSpPr>
          <p:nvPr/>
        </p:nvSpPr>
        <p:spPr>
          <a:xfrm>
            <a:off x="56578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17" name="tpl-p19-text-015">
            <a:extLst>
              <a:ext uri="{FF2B5EF4-FFF2-40B4-BE49-F238E27FC236}">
                <ns2:creationId id="{9C6E71AA-D7D0-42C4-B3BC-42441FD69DA8}"/>
              </a:ext>
            </a:extLst>
          </p:cNvPr>
          <p:cNvSpPr>
            <a:spLocks noGrp="1"/>
          </p:cNvSpPr>
          <p:nvPr/>
        </p:nvSpPr>
        <p:spPr>
          <a:xfrm>
            <a:off x="56578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{{n342}}</a:t>
            </a:r>
          </a:p>
        </p:txBody>
      </p:sp>
      <p:sp>
        <p:nvSpPr>
          <p:cNvPr id="18" name="tpl-p19-text-016">
            <a:extLst>
              <a:ext uri="{FF2B5EF4-FFF2-40B4-BE49-F238E27FC236}">
                <ns2:creationId id="{A635C280-8149-4671-8FFF-C1727160A93D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pl-p19-text-017">
            <a:extLst>
              <a:ext uri="{FF2B5EF4-FFF2-40B4-BE49-F238E27FC236}">
                <ns2:creationId id="{72AE7D72-588E-40E5-B41E-6473A46BEA91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{{a102}}</a:t>
            </a:r>
          </a:p>
        </p:txBody>
      </p:sp>
      <p:sp>
        <p:nvSpPr>
          <p:cNvPr id="21" name="tpl-p19-text-018">
            <a:extLst>
              <a:ext uri="{FF2B5EF4-FFF2-40B4-BE49-F238E27FC236}">
                <ns2:creationId id="{D0AF24AB-400C-477F-848D-7809B6128226}"/>
              </a:ext>
            </a:extLst>
          </p:cNvPr>
          <p:cNvSpPr>
            <a:spLocks noGrp="1"/>
          </p:cNvSpPr>
          <p:nvPr/>
        </p:nvSpPr>
        <p:spPr>
          <a:xfrm>
            <a:off x="90487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{{h053}}</a:t>
            </a:r>
          </a:p>
        </p:txBody>
      </p:sp>
      <p:sp>
        <p:nvSpPr>
          <p:cNvPr id="22" name="tpl-p19-text-019">
            <a:extLst>
              <a:ext uri="{FF2B5EF4-FFF2-40B4-BE49-F238E27FC236}">
                <ns2:creationId id="{90E9790D-AA6B-4E55-ACCB-3D8915A9CA73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3" name="tpl-p19-text-020">
            <a:extLst>
              <a:ext uri="{FF2B5EF4-FFF2-40B4-BE49-F238E27FC236}">
                <ns2:creationId id="{F503E199-15D1-45EC-B13F-34FB02B76F35}"/>
              </a:ext>
            </a:extLst>
          </p:cNvPr>
          <p:cNvSpPr>
            <a:spLocks noGrp="1"/>
          </p:cNvSpPr>
          <p:nvPr/>
        </p:nvSpPr>
        <p:spPr>
          <a:xfrm>
            <a:off x="90487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{{n343}}</a:t>
            </a:r>
          </a:p>
        </p:txBody>
      </p:sp>
      <p:sp>
        <p:nvSpPr>
          <p:cNvPr id="24" name="tpl-p19-text-021">
            <a:extLst>
              <a:ext uri="{FF2B5EF4-FFF2-40B4-BE49-F238E27FC236}">
                <ns2:creationId id="{AA4FE3DD-BCF6-42A4-8327-D29CD3A3B201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pl-p19-text-022">
            <a:extLst>
              <a:ext uri="{FF2B5EF4-FFF2-40B4-BE49-F238E27FC236}">
                <ns2:creationId id="{F34E2626-9F1E-495E-9416-80F972BBF2F7}"/>
              </a:ext>
            </a:extLst>
          </p:cNvPr>
          <p:cNvSpPr>
            <a:spLocks noGrp="1"/>
          </p:cNvSpPr>
          <p:nvPr/>
        </p:nvSpPr>
        <p:spPr>
          <a:xfrm>
            <a:off x="124396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{{a103}}</a:t>
            </a:r>
          </a:p>
        </p:txBody>
      </p:sp>
      <p:sp>
        <p:nvSpPr>
          <p:cNvPr id="27" name="tpl-p19-text-023">
            <a:extLst>
              <a:ext uri="{FF2B5EF4-FFF2-40B4-BE49-F238E27FC236}">
                <ns2:creationId id="{DB8386D3-5136-428A-8E18-DD063E9C1985}"/>
              </a:ext>
            </a:extLst>
          </p:cNvPr>
          <p:cNvSpPr>
            <a:spLocks noGrp="1"/>
          </p:cNvSpPr>
          <p:nvPr/>
        </p:nvSpPr>
        <p:spPr>
          <a:xfrm>
            <a:off x="124396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{{h054}}</a:t>
            </a:r>
          </a:p>
        </p:txBody>
      </p:sp>
      <p:sp>
        <p:nvSpPr>
          <p:cNvPr id="28" name="tpl-p19-text-024">
            <a:extLst>
              <a:ext uri="{FF2B5EF4-FFF2-40B4-BE49-F238E27FC236}">
                <ns2:creationId id="{58A6795E-2357-4FF1-BA9C-4A22414C6E20}"/>
              </a:ext>
            </a:extLst>
          </p:cNvPr>
          <p:cNvSpPr>
            <a:spLocks noGrp="1"/>
          </p:cNvSpPr>
          <p:nvPr/>
        </p:nvSpPr>
        <p:spPr>
          <a:xfrm>
            <a:off x="124396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29" name="tpl-p19-text-025">
            <a:extLst>
              <a:ext uri="{FF2B5EF4-FFF2-40B4-BE49-F238E27FC236}">
                <ns2:creationId id="{186CDBFE-7123-42E1-AE2A-79743B39144B}"/>
              </a:ext>
            </a:extLst>
          </p:cNvPr>
          <p:cNvSpPr>
            <a:spLocks noGrp="1"/>
          </p:cNvSpPr>
          <p:nvPr/>
        </p:nvSpPr>
        <p:spPr>
          <a:xfrm>
            <a:off x="124396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{{n344}}</a:t>
            </a:r>
          </a:p>
        </p:txBody>
      </p:sp>
      <p:sp>
        <p:nvSpPr>
          <p:cNvPr id="30" name="tpl-p19-text-026">
            <a:extLst>
              <a:ext uri="{FF2B5EF4-FFF2-40B4-BE49-F238E27FC236}">
                <ns2:creationId id="{676820C4-604D-4086-8960-78B9F9370E1B}"/>
              </a:ext>
            </a:extLst>
          </p:cNvPr>
          <p:cNvSpPr>
            <a:spLocks noGrp="1"/>
          </p:cNvSpPr>
          <p:nvPr/>
        </p:nvSpPr>
        <p:spPr>
          <a:xfrm>
            <a:off x="14325600" y="27051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tpl-p19-text-027">
            <a:extLst>
              <a:ext uri="{FF2B5EF4-FFF2-40B4-BE49-F238E27FC236}">
                <ns2:creationId id="{D802CCEA-5E48-420B-AA49-31983F7DA400}"/>
              </a:ext>
            </a:extLst>
          </p:cNvPr>
          <p:cNvSpPr>
            <a:spLocks noGrp="1"/>
          </p:cNvSpPr>
          <p:nvPr/>
        </p:nvSpPr>
        <p:spPr>
          <a:xfrm>
            <a:off x="15830550" y="32480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{{a104}}</a:t>
            </a:r>
          </a:p>
        </p:txBody>
      </p:sp>
      <p:sp>
        <p:nvSpPr>
          <p:cNvPr id="33" name="tpl-p19-text-028">
            <a:extLst>
              <a:ext uri="{FF2B5EF4-FFF2-40B4-BE49-F238E27FC236}">
                <ns2:creationId id="{42BD3F96-2F5B-4F02-8EA5-747DD3134CC6}"/>
              </a:ext>
            </a:extLst>
          </p:cNvPr>
          <p:cNvSpPr>
            <a:spLocks noGrp="1"/>
          </p:cNvSpPr>
          <p:nvPr/>
        </p:nvSpPr>
        <p:spPr>
          <a:xfrm>
            <a:off x="15830550" y="39052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{{h055}}</a:t>
            </a:r>
          </a:p>
        </p:txBody>
      </p:sp>
      <p:sp>
        <p:nvSpPr>
          <p:cNvPr id="34" name="tpl-p19-text-029">
            <a:extLst>
              <a:ext uri="{FF2B5EF4-FFF2-40B4-BE49-F238E27FC236}">
                <ns2:creationId id="{8E2C5AEB-DF45-403A-94A0-DEC4B9544457}"/>
              </a:ext>
            </a:extLst>
          </p:cNvPr>
          <p:cNvSpPr>
            <a:spLocks noGrp="1"/>
          </p:cNvSpPr>
          <p:nvPr/>
        </p:nvSpPr>
        <p:spPr>
          <a:xfrm>
            <a:off x="15830550" y="43053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35" name="tpl-p19-text-030">
            <a:extLst>
              <a:ext uri="{FF2B5EF4-FFF2-40B4-BE49-F238E27FC236}">
                <ns2:creationId id="{33F1511E-EDA2-4D76-A81E-0F16B39FD382}"/>
              </a:ext>
            </a:extLst>
          </p:cNvPr>
          <p:cNvSpPr>
            <a:spLocks noGrp="1"/>
          </p:cNvSpPr>
          <p:nvPr/>
        </p:nvSpPr>
        <p:spPr>
          <a:xfrm>
            <a:off x="15830550" y="46577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{{n345}}</a:t>
            </a:r>
          </a:p>
        </p:txBody>
      </p:sp>
      <p:sp>
        <p:nvSpPr>
          <p:cNvPr id="36" name="tpl-p19-text-031">
            <a:extLst>
              <a:ext uri="{FF2B5EF4-FFF2-40B4-BE49-F238E27FC236}">
                <ns2:creationId id="{342292A2-BBE1-4709-BB64-0FB7E83631D3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pl-p19-text-033">
            <a:extLst>
              <a:ext uri="{FF2B5EF4-FFF2-40B4-BE49-F238E27FC236}">
                <ns2:creationId id="{3897C120-D234-45A1-BE45-DD7E18F230BA}"/>
              </a:ext>
            </a:extLst>
          </p:cNvPr>
          <p:cNvSpPr>
            <a:spLocks noGrp="1"/>
          </p:cNvSpPr>
          <p:nvPr/>
        </p:nvSpPr>
        <p:spPr>
          <a:xfrm>
            <a:off x="22669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{{a105}}</a:t>
            </a:r>
          </a:p>
        </p:txBody>
      </p:sp>
      <p:sp>
        <p:nvSpPr>
          <p:cNvPr id="40" name="tpl-p19-text-034">
            <a:extLst>
              <a:ext uri="{FF2B5EF4-FFF2-40B4-BE49-F238E27FC236}">
                <ns2:creationId id="{04E07AF7-E2AD-4B71-95E8-61B70925FE78}"/>
              </a:ext>
            </a:extLst>
          </p:cNvPr>
          <p:cNvSpPr>
            <a:spLocks noGrp="1"/>
          </p:cNvSpPr>
          <p:nvPr/>
        </p:nvSpPr>
        <p:spPr>
          <a:xfrm>
            <a:off x="22669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{{h056}}</a:t>
            </a:r>
          </a:p>
        </p:txBody>
      </p:sp>
      <p:sp>
        <p:nvSpPr>
          <p:cNvPr id="41" name="tpl-p19-text-035">
            <a:extLst>
              <a:ext uri="{FF2B5EF4-FFF2-40B4-BE49-F238E27FC236}">
                <ns2:creationId id="{8A617315-BDC6-4858-B3FB-985BC82A4453}"/>
              </a:ext>
            </a:extLst>
          </p:cNvPr>
          <p:cNvSpPr>
            <a:spLocks noGrp="1"/>
          </p:cNvSpPr>
          <p:nvPr/>
        </p:nvSpPr>
        <p:spPr>
          <a:xfrm>
            <a:off x="22669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2" name="tpl-p19-text-036">
            <a:extLst>
              <a:ext uri="{FF2B5EF4-FFF2-40B4-BE49-F238E27FC236}">
                <ns2:creationId id="{A1E79AEE-CA34-40BB-8CC6-73037F905774}"/>
              </a:ext>
            </a:extLst>
          </p:cNvPr>
          <p:cNvSpPr>
            <a:spLocks noGrp="1"/>
          </p:cNvSpPr>
          <p:nvPr/>
        </p:nvSpPr>
        <p:spPr>
          <a:xfrm>
            <a:off x="22669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{{n346}}</a:t>
            </a:r>
          </a:p>
        </p:txBody>
      </p:sp>
      <p:sp>
        <p:nvSpPr>
          <p:cNvPr id="43" name="tpl-p19-text-037">
            <a:extLst>
              <a:ext uri="{FF2B5EF4-FFF2-40B4-BE49-F238E27FC236}">
                <ns2:creationId id="{A2ABE96B-F4CA-46A0-8381-E00B3FFD400C}"/>
              </a:ext>
            </a:extLst>
          </p:cNvPr>
          <p:cNvSpPr>
            <a:spLocks noGrp="1"/>
          </p:cNvSpPr>
          <p:nvPr/>
        </p:nvSpPr>
        <p:spPr>
          <a:xfrm>
            <a:off x="41529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4" name="tpl-p19-text-038">
            <a:extLst>
              <a:ext uri="{FF2B5EF4-FFF2-40B4-BE49-F238E27FC236}">
                <ns2:creationId id="{FC23EB19-13AC-4C37-BFEA-E4B4D63C0F16}"/>
              </a:ext>
            </a:extLst>
          </p:cNvPr>
          <p:cNvSpPr>
            <a:spLocks noGrp="1"/>
          </p:cNvSpPr>
          <p:nvPr/>
        </p:nvSpPr>
        <p:spPr>
          <a:xfrm>
            <a:off x="4819650" y="60007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{{a106}}</a:t>
            </a:r>
          </a:p>
        </p:txBody>
      </p:sp>
      <p:sp>
        <p:nvSpPr>
          <p:cNvPr id="46" name="tpl-p19-text-039">
            <a:extLst>
              <a:ext uri="{FF2B5EF4-FFF2-40B4-BE49-F238E27FC236}">
                <ns2:creationId id="{4348EC11-226E-464C-864D-B73FF0F677A9}"/>
              </a:ext>
            </a:extLst>
          </p:cNvPr>
          <p:cNvSpPr>
            <a:spLocks noGrp="1"/>
          </p:cNvSpPr>
          <p:nvPr/>
        </p:nvSpPr>
        <p:spPr>
          <a:xfrm>
            <a:off x="56578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{{a107}}</a:t>
            </a:r>
          </a:p>
        </p:txBody>
      </p:sp>
      <p:sp>
        <p:nvSpPr>
          <p:cNvPr id="47" name="tpl-p19-text-040">
            <a:extLst>
              <a:ext uri="{FF2B5EF4-FFF2-40B4-BE49-F238E27FC236}">
                <ns2:creationId id="{1CDCC3BE-533D-40D3-9E64-8A8F02BBDA6A}"/>
              </a:ext>
            </a:extLst>
          </p:cNvPr>
          <p:cNvSpPr>
            <a:spLocks noGrp="1"/>
          </p:cNvSpPr>
          <p:nvPr/>
        </p:nvSpPr>
        <p:spPr>
          <a:xfrm>
            <a:off x="56578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{{h057}}</a:t>
            </a:r>
          </a:p>
        </p:txBody>
      </p:sp>
      <p:sp>
        <p:nvSpPr>
          <p:cNvPr id="48" name="tpl-p19-text-041">
            <a:extLst>
              <a:ext uri="{FF2B5EF4-FFF2-40B4-BE49-F238E27FC236}">
                <ns2:creationId id="{49BCB7AD-C641-446C-B4DF-909B3D5741F7}"/>
              </a:ext>
            </a:extLst>
          </p:cNvPr>
          <p:cNvSpPr>
            <a:spLocks noGrp="1"/>
          </p:cNvSpPr>
          <p:nvPr/>
        </p:nvSpPr>
        <p:spPr>
          <a:xfrm>
            <a:off x="56578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49" name="tpl-p19-text-042">
            <a:extLst>
              <a:ext uri="{FF2B5EF4-FFF2-40B4-BE49-F238E27FC236}">
                <ns2:creationId id="{5018EC61-76A4-41F3-9A8D-D3FAE4AACBC5}"/>
              </a:ext>
            </a:extLst>
          </p:cNvPr>
          <p:cNvSpPr>
            <a:spLocks noGrp="1"/>
          </p:cNvSpPr>
          <p:nvPr/>
        </p:nvSpPr>
        <p:spPr>
          <a:xfrm>
            <a:off x="56578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{{n347}}</a:t>
            </a:r>
          </a:p>
        </p:txBody>
      </p:sp>
      <p:sp>
        <p:nvSpPr>
          <p:cNvPr id="50" name="tpl-p19-text-043">
            <a:extLst>
              <a:ext uri="{FF2B5EF4-FFF2-40B4-BE49-F238E27FC236}">
                <ns2:creationId id="{326DBDDA-5F98-493B-83BD-DEC10CE61D1D}"/>
              </a:ext>
            </a:extLst>
          </p:cNvPr>
          <p:cNvSpPr>
            <a:spLocks noGrp="1"/>
          </p:cNvSpPr>
          <p:nvPr/>
        </p:nvSpPr>
        <p:spPr>
          <a:xfrm>
            <a:off x="75438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3" name="tpl-p19-text-045">
            <a:extLst>
              <a:ext uri="{FF2B5EF4-FFF2-40B4-BE49-F238E27FC236}">
                <ns2:creationId id="{571D8AAB-F43E-48F7-8CB9-D23C8F1B0634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{{a108}}</a:t>
            </a:r>
          </a:p>
        </p:txBody>
      </p:sp>
      <p:sp>
        <p:nvSpPr>
          <p:cNvPr id="54" name="tpl-p19-text-046">
            <a:extLst>
              <a:ext uri="{FF2B5EF4-FFF2-40B4-BE49-F238E27FC236}">
                <ns2:creationId id="{AA3E815C-03C8-43DF-86A0-8D6AFCDF30E1}"/>
              </a:ext>
            </a:extLst>
          </p:cNvPr>
          <p:cNvSpPr>
            <a:spLocks noGrp="1"/>
          </p:cNvSpPr>
          <p:nvPr/>
        </p:nvSpPr>
        <p:spPr>
          <a:xfrm>
            <a:off x="90487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{{h058}}</a:t>
            </a:r>
          </a:p>
        </p:txBody>
      </p:sp>
      <p:sp>
        <p:nvSpPr>
          <p:cNvPr id="55" name="tpl-p19-text-047">
            <a:extLst>
              <a:ext uri="{FF2B5EF4-FFF2-40B4-BE49-F238E27FC236}">
                <ns2:creationId id="{69F90681-E835-467B-A6EB-4DCE8054F174}"/>
              </a:ext>
            </a:extLst>
          </p:cNvPr>
          <p:cNvSpPr>
            <a:spLocks noGrp="1"/>
          </p:cNvSpPr>
          <p:nvPr/>
        </p:nvSpPr>
        <p:spPr>
          <a:xfrm>
            <a:off x="90487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56" name="tpl-p19-text-048">
            <a:extLst>
              <a:ext uri="{FF2B5EF4-FFF2-40B4-BE49-F238E27FC236}">
                <ns2:creationId id="{4E7BB8B0-81C1-494C-821F-F8E10410E0A0}"/>
              </a:ext>
            </a:extLst>
          </p:cNvPr>
          <p:cNvSpPr>
            <a:spLocks noGrp="1"/>
          </p:cNvSpPr>
          <p:nvPr/>
        </p:nvSpPr>
        <p:spPr>
          <a:xfrm>
            <a:off x="90487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{{n348}}</a:t>
            </a:r>
          </a:p>
        </p:txBody>
      </p:sp>
      <p:sp>
        <p:nvSpPr>
          <p:cNvPr id="57" name="tpl-p19-text-049">
            <a:extLst>
              <a:ext uri="{FF2B5EF4-FFF2-40B4-BE49-F238E27FC236}">
                <ns2:creationId id="{7D9FE3A2-C020-4637-A9D9-736956B4203B}"/>
              </a:ext>
            </a:extLst>
          </p:cNvPr>
          <p:cNvSpPr>
            <a:spLocks noGrp="1"/>
          </p:cNvSpPr>
          <p:nvPr/>
        </p:nvSpPr>
        <p:spPr>
          <a:xfrm>
            <a:off x="109347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9" name="tpl-p19-text-050">
            <a:extLst>
              <a:ext uri="{FF2B5EF4-FFF2-40B4-BE49-F238E27FC236}">
                <ns2:creationId id="{F607CECE-3A7F-45DE-B999-CFC842BE249A}"/>
              </a:ext>
            </a:extLst>
          </p:cNvPr>
          <p:cNvSpPr>
            <a:spLocks noGrp="1"/>
          </p:cNvSpPr>
          <p:nvPr/>
        </p:nvSpPr>
        <p:spPr>
          <a:xfrm>
            <a:off x="124396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{{a109}}</a:t>
            </a:r>
          </a:p>
        </p:txBody>
      </p:sp>
      <p:sp>
        <p:nvSpPr>
          <p:cNvPr id="60" name="tpl-p19-text-051">
            <a:extLst>
              <a:ext uri="{FF2B5EF4-FFF2-40B4-BE49-F238E27FC236}">
                <ns2:creationId id="{3F8FAC98-4C79-4163-A4FD-AB01B04BEFF0}"/>
              </a:ext>
            </a:extLst>
          </p:cNvPr>
          <p:cNvSpPr>
            <a:spLocks noGrp="1"/>
          </p:cNvSpPr>
          <p:nvPr/>
        </p:nvSpPr>
        <p:spPr>
          <a:xfrm>
            <a:off x="124396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{{h059}}</a:t>
            </a:r>
          </a:p>
        </p:txBody>
      </p:sp>
      <p:sp>
        <p:nvSpPr>
          <p:cNvPr id="61" name="tpl-p19-text-052">
            <a:extLst>
              <a:ext uri="{FF2B5EF4-FFF2-40B4-BE49-F238E27FC236}">
                <ns2:creationId id="{955A6277-BD60-4898-A7E9-F4718FB73025}"/>
              </a:ext>
            </a:extLst>
          </p:cNvPr>
          <p:cNvSpPr>
            <a:spLocks noGrp="1"/>
          </p:cNvSpPr>
          <p:nvPr/>
        </p:nvSpPr>
        <p:spPr>
          <a:xfrm>
            <a:off x="124396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2" name="tpl-p19-text-053">
            <a:extLst>
              <a:ext uri="{FF2B5EF4-FFF2-40B4-BE49-F238E27FC236}">
                <ns2:creationId id="{441A4C7F-C943-4763-B8FE-50E45E12F66A}"/>
              </a:ext>
            </a:extLst>
          </p:cNvPr>
          <p:cNvSpPr>
            <a:spLocks noGrp="1"/>
          </p:cNvSpPr>
          <p:nvPr/>
        </p:nvSpPr>
        <p:spPr>
          <a:xfrm>
            <a:off x="124396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{{n349}}</a:t>
            </a:r>
          </a:p>
        </p:txBody>
      </p:sp>
      <p:sp>
        <p:nvSpPr>
          <p:cNvPr id="63" name="tpl-p19-text-054">
            <a:extLst>
              <a:ext uri="{FF2B5EF4-FFF2-40B4-BE49-F238E27FC236}">
                <ns2:creationId id="{490069E7-8065-4AFA-8E53-5148EC807F92}"/>
              </a:ext>
            </a:extLst>
          </p:cNvPr>
          <p:cNvSpPr>
            <a:spLocks noGrp="1"/>
          </p:cNvSpPr>
          <p:nvPr/>
        </p:nvSpPr>
        <p:spPr>
          <a:xfrm>
            <a:off x="14325600" y="59436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0055A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5" name="tpl-p19-text-055">
            <a:extLst>
              <a:ext uri="{FF2B5EF4-FFF2-40B4-BE49-F238E27FC236}">
                <ns2:creationId id="{7641B0DC-AA67-4B6B-871C-623F7F86D000}"/>
              </a:ext>
            </a:extLst>
          </p:cNvPr>
          <p:cNvSpPr>
            <a:spLocks noGrp="1"/>
          </p:cNvSpPr>
          <p:nvPr/>
        </p:nvSpPr>
        <p:spPr>
          <a:xfrm>
            <a:off x="15830550" y="64865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875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1875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{{a110}}</a:t>
            </a:r>
          </a:p>
        </p:txBody>
      </p:sp>
      <p:sp>
        <p:nvSpPr>
          <p:cNvPr id="66" name="tpl-p19-text-056">
            <a:extLst>
              <a:ext uri="{FF2B5EF4-FFF2-40B4-BE49-F238E27FC236}">
                <ns2:creationId id="{B94FF9B7-1170-47F0-9E70-D4C7A1835DFE}"/>
              </a:ext>
            </a:extLst>
          </p:cNvPr>
          <p:cNvSpPr>
            <a:spLocks noGrp="1"/>
          </p:cNvSpPr>
          <p:nvPr/>
        </p:nvSpPr>
        <p:spPr>
          <a:xfrm>
            <a:off x="15830550" y="714375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defRPr sz="15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{{h060}}</a:t>
            </a:r>
          </a:p>
        </p:txBody>
      </p:sp>
      <p:sp>
        <p:nvSpPr>
          <p:cNvPr id="67" name="tpl-p19-text-057">
            <a:extLst>
              <a:ext uri="{FF2B5EF4-FFF2-40B4-BE49-F238E27FC236}">
                <ns2:creationId id="{7E22C96D-452F-4C02-9E15-1706C49851F9}"/>
              </a:ext>
            </a:extLst>
          </p:cNvPr>
          <p:cNvSpPr>
            <a:spLocks noGrp="1"/>
          </p:cNvSpPr>
          <p:nvPr/>
        </p:nvSpPr>
        <p:spPr>
          <a:xfrm>
            <a:off x="15830550" y="75438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65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65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再生数（回）</a:t>
            </a:r>
          </a:p>
        </p:txBody>
      </p:sp>
      <p:sp>
        <p:nvSpPr>
          <p:cNvPr id="68" name="tpl-p19-text-058">
            <a:extLst>
              <a:ext uri="{FF2B5EF4-FFF2-40B4-BE49-F238E27FC236}">
                <ns2:creationId id="{14AD675A-5CED-46BB-9FC2-B75A76BE64E6}"/>
              </a:ext>
            </a:extLst>
          </p:cNvPr>
          <p:cNvSpPr>
            <a:spLocks noGrp="1"/>
          </p:cNvSpPr>
          <p:nvPr/>
        </p:nvSpPr>
        <p:spPr>
          <a:xfrm>
            <a:off x="15830550" y="7896225"/>
            <a:ext cx="16573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{{n350}}</a:t>
            </a:r>
          </a:p>
        </p:txBody>
      </p:sp>
      <p:sp>
        <p:nvSpPr>
          <p:cNvPr id="69" name="tpl-p19-text-059">
            <a:extLst>
              <a:ext uri="{FF2B5EF4-FFF2-40B4-BE49-F238E27FC236}">
                <ns2:creationId id="{A687D6C0-BF3B-4B1F-92A1-F752F14C81EE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7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7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「対象外」は集計に含みません。</a:t>
            </a:r>
          </a:p>
        </p:txBody>
      </p:sp>
      <p:sp>
        <p:nvSpPr>
          <p:cNvPr id="71" name="tpl-p19-image-01">
            <a:extLst>
              <a:ext uri="{FF2B5EF4-FFF2-40B4-BE49-F238E27FC236}">
                <ns2:creationId id="{BEB0CC3F-9322-4B1B-880C-4F1B414F0EDA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20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{{i096}}</a:t>
            </a:r>
          </a:p>
        </p:txBody>
      </p:sp>
      <p:sp>
        <p:nvSpPr>
          <p:cNvPr id="72" name="tpl-p19-image-02">
            <a:extLst>
              <a:ext uri="{FF2B5EF4-FFF2-40B4-BE49-F238E27FC236}">
                <ns2:creationId id="{1902AAC8-9861-40B9-B1C1-9500D9C22D7D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41529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{{i097}}</a:t>
            </a:r>
          </a:p>
        </p:txBody>
      </p:sp>
      <p:sp>
        <p:nvSpPr>
          <p:cNvPr id="73" name="tpl-p19-image-03">
            <a:extLst>
              <a:ext uri="{FF2B5EF4-FFF2-40B4-BE49-F238E27FC236}">
                <ns2:creationId id="{79237FA3-4AC4-4770-9694-8BE74E8DE7A8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75438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{{i098}}</a:t>
            </a:r>
          </a:p>
        </p:txBody>
      </p:sp>
      <p:sp>
        <p:nvSpPr>
          <p:cNvPr id="74" name="tpl-p19-image-04">
            <a:extLst>
              <a:ext uri="{FF2B5EF4-FFF2-40B4-BE49-F238E27FC236}">
                <ns2:creationId id="{7A9D850F-768E-461C-871D-915CEAAA60A5}"/>
              </a:ext>
            </a:extLst>
          </p:cNvPr>
          <p:cNvSpPr>
            <a:spLocks noGrp="1"/>
          </p:cNvSpPr>
          <p:nvPr>
            <p:ph type="pic" idx="04"/>
          </p:nvPr>
        </p:nvSpPr>
        <p:spPr>
          <a:xfrm>
            <a:off x="109347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{{i099}}</a:t>
            </a:r>
          </a:p>
        </p:txBody>
      </p:sp>
      <p:sp>
        <p:nvSpPr>
          <p:cNvPr id="75" name="tpl-p19-image-05">
            <a:extLst>
              <a:ext uri="{FF2B5EF4-FFF2-40B4-BE49-F238E27FC236}">
                <ns2:creationId id="{4CB158E8-1DBE-489C-841A-9EF5E26CD07B}"/>
              </a:ext>
            </a:extLst>
          </p:cNvPr>
          <p:cNvSpPr>
            <a:spLocks noGrp="1"/>
          </p:cNvSpPr>
          <p:nvPr>
            <p:ph type="pic" idx="05"/>
          </p:nvPr>
        </p:nvSpPr>
        <p:spPr>
          <a:xfrm>
            <a:off x="14325600" y="32385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{{i100}}</a:t>
            </a:r>
          </a:p>
        </p:txBody>
      </p:sp>
      <p:sp>
        <p:nvSpPr>
          <p:cNvPr id="76" name="tpl-p19-image-06">
            <a:extLst>
              <a:ext uri="{FF2B5EF4-FFF2-40B4-BE49-F238E27FC236}">
                <ns2:creationId id="{06746976-C667-4EE2-8122-A1F761342D10}"/>
              </a:ext>
            </a:extLst>
          </p:cNvPr>
          <p:cNvSpPr>
            <a:spLocks noGrp="1"/>
          </p:cNvSpPr>
          <p:nvPr>
            <p:ph type="pic" idx="06"/>
          </p:nvPr>
        </p:nvSpPr>
        <p:spPr>
          <a:xfrm>
            <a:off x="7620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{{i101}}</a:t>
            </a:r>
          </a:p>
        </p:txBody>
      </p:sp>
      <p:sp>
        <p:nvSpPr>
          <p:cNvPr id="77" name="tpl-p19-image-07">
            <a:extLst>
              <a:ext uri="{FF2B5EF4-FFF2-40B4-BE49-F238E27FC236}">
                <ns2:creationId id="{B5445770-C8F6-413B-8E02-BFC64BB03F4F}"/>
              </a:ext>
            </a:extLst>
          </p:cNvPr>
          <p:cNvSpPr>
            <a:spLocks noGrp="1"/>
          </p:cNvSpPr>
          <p:nvPr>
            <p:ph type="pic" idx="07"/>
          </p:nvPr>
        </p:nvSpPr>
        <p:spPr>
          <a:xfrm>
            <a:off x="41529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{{i102}}</a:t>
            </a:r>
          </a:p>
        </p:txBody>
      </p:sp>
      <p:sp>
        <p:nvSpPr>
          <p:cNvPr id="78" name="tpl-p19-image-08">
            <a:extLst>
              <a:ext uri="{FF2B5EF4-FFF2-40B4-BE49-F238E27FC236}">
                <ns2:creationId id="{83BB2AC8-1103-43A9-B481-943443E4A86C}"/>
              </a:ext>
            </a:extLst>
          </p:cNvPr>
          <p:cNvSpPr>
            <a:spLocks noGrp="1"/>
          </p:cNvSpPr>
          <p:nvPr>
            <p:ph type="pic" idx="08"/>
          </p:nvPr>
        </p:nvSpPr>
        <p:spPr>
          <a:xfrm>
            <a:off x="75438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{{i103}}</a:t>
            </a:r>
          </a:p>
        </p:txBody>
      </p:sp>
      <p:sp>
        <p:nvSpPr>
          <p:cNvPr id="79" name="tpl-p19-image-09">
            <a:extLst>
              <a:ext uri="{FF2B5EF4-FFF2-40B4-BE49-F238E27FC236}">
                <ns2:creationId id="{1D70CC6B-9C0C-4ED0-91EE-1246396A5D4D}"/>
              </a:ext>
            </a:extLst>
          </p:cNvPr>
          <p:cNvSpPr>
            <a:spLocks noGrp="1"/>
          </p:cNvSpPr>
          <p:nvPr>
            <p:ph type="pic" idx="09"/>
          </p:nvPr>
        </p:nvSpPr>
        <p:spPr>
          <a:xfrm>
            <a:off x="109347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{{i104}}</a:t>
            </a:r>
          </a:p>
        </p:txBody>
      </p:sp>
      <p:sp>
        <p:nvSpPr>
          <p:cNvPr id="80" name="tpl-p19-image-10">
            <a:extLst>
              <a:ext uri="{FF2B5EF4-FFF2-40B4-BE49-F238E27FC236}">
                <ns2:creationId id="{5F141649-63FB-488D-B2F6-8E737ADBDF8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325600" y="6477000"/>
            <a:ext cx="1371600" cy="243840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{{i105}}</a:t>
            </a:r>
          </a:p>
        </p:txBody>
      </p:sp>
    </p:spTree>
    <p:extLst>
      <p:ext uri="{BB962C8B-B14F-4D97-AF65-F5344CB8AC3E}">
        <ns3:creationId val="1209337259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pl-p20-text-001">
            <a:extLst>
              <a:ext uri="{FF2B5EF4-FFF2-40B4-BE49-F238E27FC236}">
                <ns2:creationId id="{CDC374A3-7BAD-4D73-91D0-880C956459BB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20-text-002">
            <a:extLst>
              <a:ext uri="{FF2B5EF4-FFF2-40B4-BE49-F238E27FC236}">
                <ns2:creationId id="{291F9DC5-05A1-4A2E-BA2C-1C2C2CBB869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中立ワード03｜同じ検索語での各社比較</a:t>
            </a:r>
          </a:p>
        </p:txBody>
      </p:sp>
      <p:sp>
        <p:nvSpPr>
          <p:cNvPr id="3" name="tpl-p20-text-003">
            <a:extLst>
              <a:ext uri="{FF2B5EF4-FFF2-40B4-BE49-F238E27FC236}">
                <ns2:creationId id="{10A58CCF-130E-474E-8EA7-8A5247074B5C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検索「{{q_n3}}」 対象{{n351}}投稿</a:t>
            </a:r>
          </a:p>
        </p:txBody>
      </p:sp>
      <p:sp>
        <p:nvSpPr>
          <p:cNvPr id="4" name="tpl-p20-text-004">
            <a:extLst>
              <a:ext uri="{FF2B5EF4-FFF2-40B4-BE49-F238E27FC236}">
                <ns2:creationId id="{32A262A6-5E98-48BE-9257-1A8AB1E96169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20 / 25</a:t>
            </a:r>
          </a:p>
        </p:txBody>
      </p:sp>
      <p:graphicFrame>
        <p:nvGraphicFramePr>
          <p:cNvPr id="5" name="tpl-p20-table-01">
            <a:extLst>
              <a:ext uri="{FF2B5EF4-FFF2-40B4-BE49-F238E27FC236}">
                <ns2:creationId id="{7EDFBCA8-D5F6-4DF6-BD99-7778E5C3408E}"/>
              </a:ext>
            </a:extLst>
          </p:cNvPr>
          <p:cNvGraphicFramePr/>
          <p:nvPr/>
        </p:nvGraphicFramePr>
        <p:xfrm>
          <a:off x="762000" y="3333750"/>
          <a:ext cx="16764000" cy="5429250"/>
        </p:xfrm>
        <a:graphic>
          <a:graphicData uri="http://schemas.openxmlformats.org/drawingml/2006/table">
            <a:tbl>
              <a:tblPr/>
              <a:tblGrid>
                <a:gridCol w="4762500"/>
                <a:gridCol w="3429000"/>
                <a:gridCol w="5143500"/>
                <a:gridCol w="3429000"/>
              </a:tblGrid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ブランド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対象投稿数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トータル再生数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PR確認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{{self}}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{{a}}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{{n356}}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{{n357}}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{{b}}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{{n358}}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{{n359}}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{{n360}}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その他・特定なし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{{n361}}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8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{{n362}}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{{n363}}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279020175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tpl-p21-text-001">
            <a:extLst>
              <a:ext uri="{FF2B5EF4-FFF2-40B4-BE49-F238E27FC236}">
                <ns2:creationId id="{A14713A1-3B31-4872-B8D8-1A8172527FA5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21-text-002">
            <a:extLst>
              <a:ext uri="{FF2B5EF4-FFF2-40B4-BE49-F238E27FC236}">
                <ns2:creationId id="{2580AD31-6955-4EE7-9716-77D038271E5B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競合PR分析｜{{pr_title_1}}</a:t>
            </a:r>
          </a:p>
        </p:txBody>
      </p:sp>
      <p:sp>
        <p:nvSpPr>
          <p:cNvPr id="3" name="tpl-p21-text-003">
            <a:extLst>
              <a:ext uri="{FF2B5EF4-FFF2-40B4-BE49-F238E27FC236}">
                <ns2:creationId id="{571E11AB-2248-41CB-AA18-5876A77703FF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{{pr_meta_1}}</a:t>
            </a:r>
          </a:p>
        </p:txBody>
      </p:sp>
      <p:sp>
        <p:nvSpPr>
          <p:cNvPr id="4" name="tpl-p21-text-004">
            <a:extLst>
              <a:ext uri="{FF2B5EF4-FFF2-40B4-BE49-F238E27FC236}">
                <ns2:creationId id="{0F8CF758-C7E9-411C-9C2E-346950EB2D11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21 / 25</a:t>
            </a:r>
          </a:p>
        </p:txBody>
      </p:sp>
      <p:sp>
        <p:nvSpPr>
          <p:cNvPr id="5" name="tpl-p21-text-005">
            <a:extLst>
              <a:ext uri="{FF2B5EF4-FFF2-40B4-BE49-F238E27FC236}">
                <ns2:creationId id="{26DEDFBC-F0F8-443B-A79E-D30E4FE97CEE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冒頭</a:t>
            </a:r>
          </a:p>
        </p:txBody>
      </p:sp>
      <p:sp>
        <p:nvSpPr>
          <p:cNvPr id="7" name="tpl-p21-text-006">
            <a:extLst>
              <a:ext uri="{FF2B5EF4-FFF2-40B4-BE49-F238E27FC236}">
                <ns2:creationId id="{7B367BBD-E08D-4598-956E-D8FD49888E5F}"/>
              </a:ext>
            </a:extLst>
          </p:cNvPr>
          <p:cNvSpPr>
            <a:spLocks noGrp="1"/>
          </p:cNvSpPr>
          <p:nvPr/>
        </p:nvSpPr>
        <p:spPr>
          <a:xfrm>
            <a:off x="76200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{{t023}}</a:t>
            </a:r>
          </a:p>
        </p:txBody>
      </p:sp>
      <p:sp>
        <p:nvSpPr>
          <p:cNvPr id="8" name="tpl-p21-text-007">
            <a:extLst>
              <a:ext uri="{FF2B5EF4-FFF2-40B4-BE49-F238E27FC236}">
                <ns2:creationId id="{9AB2E2BB-671D-46F5-A824-8737EF91947B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商品を見せる場面</a:t>
            </a:r>
          </a:p>
        </p:txBody>
      </p:sp>
      <p:sp>
        <p:nvSpPr>
          <p:cNvPr id="10" name="tpl-p21-text-008">
            <a:extLst>
              <a:ext uri="{FF2B5EF4-FFF2-40B4-BE49-F238E27FC236}">
                <ns2:creationId id="{60610F0E-2B65-4902-98DA-E67654A3F64C}"/>
              </a:ext>
            </a:extLst>
          </p:cNvPr>
          <p:cNvSpPr>
            <a:spLocks noGrp="1"/>
          </p:cNvSpPr>
          <p:nvPr/>
        </p:nvSpPr>
        <p:spPr>
          <a:xfrm>
            <a:off x="371475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{{t024}}</a:t>
            </a:r>
          </a:p>
        </p:txBody>
      </p:sp>
      <p:sp>
        <p:nvSpPr>
          <p:cNvPr id="11" name="tpl-p21-text-009">
            <a:extLst>
              <a:ext uri="{FF2B5EF4-FFF2-40B4-BE49-F238E27FC236}">
                <ns2:creationId id="{2252127A-C400-47F3-9BE5-E23F6DD485CF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締め</a:t>
            </a:r>
          </a:p>
        </p:txBody>
      </p:sp>
      <p:sp>
        <p:nvSpPr>
          <p:cNvPr id="13" name="tpl-p21-text-010">
            <a:extLst>
              <a:ext uri="{FF2B5EF4-FFF2-40B4-BE49-F238E27FC236}">
                <ns2:creationId id="{3552F7C9-0EF7-4CDC-A96C-038C7961B8E1}"/>
              </a:ext>
            </a:extLst>
          </p:cNvPr>
          <p:cNvSpPr>
            <a:spLocks noGrp="1"/>
          </p:cNvSpPr>
          <p:nvPr/>
        </p:nvSpPr>
        <p:spPr>
          <a:xfrm>
            <a:off x="666750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{{t025}}</a:t>
            </a:r>
          </a:p>
        </p:txBody>
      </p:sp>
      <p:sp>
        <p:nvSpPr>
          <p:cNvPr id="14" name="tpl-p21-text-011">
            <a:extLst>
              <a:ext uri="{FF2B5EF4-FFF2-40B4-BE49-F238E27FC236}">
                <ns2:creationId id="{35C902B5-C12C-439B-A265-0444E69572A9}"/>
              </a:ext>
            </a:extLst>
          </p:cNvPr>
          <p:cNvSpPr>
            <a:spLocks noGrp="1"/>
          </p:cNvSpPr>
          <p:nvPr/>
        </p:nvSpPr>
        <p:spPr>
          <a:xfrm>
            <a:off x="10058400" y="2743200"/>
            <a:ext cx="7467600" cy="2762250"/>
          </a:xfrm>
          <a:prstGeom prst="roundRect">
            <a:avLst>
              <a:gd name="adj" fmla="val 620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5" name="tpl-p21-text-012">
            <a:extLst>
              <a:ext uri="{FF2B5EF4-FFF2-40B4-BE49-F238E27FC236}">
                <ns2:creationId id="{EA867CF2-D027-42CF-B45A-D3D599C41C5C}"/>
              </a:ext>
            </a:extLst>
          </p:cNvPr>
          <p:cNvSpPr>
            <a:spLocks noGrp="1"/>
          </p:cNvSpPr>
          <p:nvPr/>
        </p:nvSpPr>
        <p:spPr>
          <a:xfrm>
            <a:off x="10058400" y="5715000"/>
            <a:ext cx="7467600" cy="2762250"/>
          </a:xfrm>
          <a:prstGeom prst="roundRect">
            <a:avLst>
              <a:gd name="adj" fmla="val 6207"/>
            </a:avLst>
          </a:prstGeom>
          <a:solidFill>
            <a:srgbClr val="F0F9FF"/>
          </a:solidFill>
          <a:ln w="0">
            <a:noFill/>
          </a:ln>
        </p:spPr>
      </p:sp>
      <p:sp>
        <p:nvSpPr>
          <p:cNvPr id="16" name="tpl-p21-text-013">
            <a:extLst>
              <a:ext uri="{FF2B5EF4-FFF2-40B4-BE49-F238E27FC236}">
                <ns2:creationId id="{99C87C64-AC5C-41FE-B745-6C628AA87F36}"/>
              </a:ext>
            </a:extLst>
          </p:cNvPr>
          <p:cNvSpPr>
            <a:spLocks noGrp="1"/>
          </p:cNvSpPr>
          <p:nvPr/>
        </p:nvSpPr>
        <p:spPr>
          <a:xfrm>
            <a:off x="10287000" y="2905125"/>
            <a:ext cx="701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{{t026}}</a:t>
            </a:r>
          </a:p>
        </p:txBody>
      </p:sp>
      <p:sp>
        <p:nvSpPr>
          <p:cNvPr id="17" name="tpl-p21-text-014">
            <a:extLst>
              <a:ext uri="{FF2B5EF4-FFF2-40B4-BE49-F238E27FC236}">
                <ns2:creationId id="{E3CE5581-6267-4DA4-B3EC-F6546E2AE07C}"/>
              </a:ext>
            </a:extLst>
          </p:cNvPr>
          <p:cNvSpPr>
            <a:spLocks noGrp="1"/>
          </p:cNvSpPr>
          <p:nvPr/>
        </p:nvSpPr>
        <p:spPr>
          <a:xfrm>
            <a:off x="10287000" y="3676650"/>
            <a:ext cx="70104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32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{{t027}}</a:t>
            </a:r>
          </a:p>
        </p:txBody>
      </p:sp>
      <p:sp>
        <p:nvSpPr>
          <p:cNvPr id="18" name="tpl-p21-text-015">
            <a:extLst>
              <a:ext uri="{FF2B5EF4-FFF2-40B4-BE49-F238E27FC236}">
                <ns2:creationId id="{627578A3-1BFB-4A47-A405-E80841A81A1B}"/>
              </a:ext>
            </a:extLst>
          </p:cNvPr>
          <p:cNvSpPr>
            <a:spLocks noGrp="1"/>
          </p:cNvSpPr>
          <p:nvPr/>
        </p:nvSpPr>
        <p:spPr>
          <a:xfrm>
            <a:off x="10287000" y="5876925"/>
            <a:ext cx="701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{{t028}}</a:t>
            </a:r>
          </a:p>
        </p:txBody>
      </p:sp>
      <p:sp>
        <p:nvSpPr>
          <p:cNvPr id="19" name="tpl-p21-text-016">
            <a:extLst>
              <a:ext uri="{FF2B5EF4-FFF2-40B4-BE49-F238E27FC236}">
                <ns2:creationId id="{2A708CE1-A870-40A7-ACB4-19624C7C18A4}"/>
              </a:ext>
            </a:extLst>
          </p:cNvPr>
          <p:cNvSpPr>
            <a:spLocks noGrp="1"/>
          </p:cNvSpPr>
          <p:nvPr/>
        </p:nvSpPr>
        <p:spPr>
          <a:xfrm>
            <a:off x="10287000" y="6677025"/>
            <a:ext cx="70104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32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{{t029}}</a:t>
            </a:r>
          </a:p>
        </p:txBody>
      </p:sp>
      <p:sp>
        <p:nvSpPr>
          <p:cNvPr id="20" name="tpl-p21-text-017">
            <a:extLst>
              <a:ext uri="{FF2B5EF4-FFF2-40B4-BE49-F238E27FC236}">
                <ns2:creationId id="{51D90EC0-7AD6-4984-8A9F-B06D96637F47}"/>
              </a:ext>
            </a:extLst>
          </p:cNvPr>
          <p:cNvSpPr>
            <a:spLocks noGrp="1"/>
          </p:cNvSpPr>
          <p:nvPr/>
        </p:nvSpPr>
        <p:spPr>
          <a:xfrm>
            <a:off x="762000" y="886777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投稿を開く</a:t>
            </a:r>
          </a:p>
        </p:txBody>
      </p:sp>
      <p:sp>
        <p:nvSpPr>
          <p:cNvPr id="22" name="tpl-p21-image-01">
            <a:extLst>
              <a:ext uri="{FF2B5EF4-FFF2-40B4-BE49-F238E27FC236}">
                <ns2:creationId id="{2F5DE99B-19F8-4A8E-B1CE-C8018185752C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356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{{i106}}</a:t>
            </a:r>
          </a:p>
        </p:txBody>
      </p:sp>
      <p:sp>
        <p:nvSpPr>
          <p:cNvPr id="23" name="tpl-p21-image-02">
            <a:extLst>
              <a:ext uri="{FF2B5EF4-FFF2-40B4-BE49-F238E27FC236}">
                <ns2:creationId id="{BCBED6C5-31FB-4613-94D2-06E5A7F85ED7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371631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{{i107}}</a:t>
            </a:r>
          </a:p>
        </p:txBody>
      </p:sp>
      <p:sp>
        <p:nvSpPr>
          <p:cNvPr id="24" name="tpl-p21-image-03">
            <a:extLst>
              <a:ext uri="{FF2B5EF4-FFF2-40B4-BE49-F238E27FC236}">
                <ns2:creationId id="{C5D900E2-D6D2-45A4-9EE4-44BD28B944AD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666906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{{i108}}</a:t>
            </a:r>
          </a:p>
        </p:txBody>
      </p:sp>
    </p:spTree>
    <p:extLst>
      <p:ext uri="{BB962C8B-B14F-4D97-AF65-F5344CB8AC3E}">
        <ns3:creationId val="1096181811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tpl-p22-text-001">
            <a:extLst>
              <a:ext uri="{FF2B5EF4-FFF2-40B4-BE49-F238E27FC236}">
                <ns2:creationId id="{E5C5C173-6063-4346-BE29-22F87323A57A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22-text-002">
            <a:extLst>
              <a:ext uri="{FF2B5EF4-FFF2-40B4-BE49-F238E27FC236}">
                <ns2:creationId id="{C32D4768-BAC5-488A-B280-564F39F1D7B7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競合PR分析｜{{pr_title_2}}</a:t>
            </a:r>
          </a:p>
        </p:txBody>
      </p:sp>
      <p:sp>
        <p:nvSpPr>
          <p:cNvPr id="3" name="tpl-p22-text-003">
            <a:extLst>
              <a:ext uri="{FF2B5EF4-FFF2-40B4-BE49-F238E27FC236}">
                <ns2:creationId id="{09DFF835-EE03-42D3-95AB-3C3FFC028D0E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{{pr_meta_2}}</a:t>
            </a:r>
          </a:p>
        </p:txBody>
      </p:sp>
      <p:sp>
        <p:nvSpPr>
          <p:cNvPr id="4" name="tpl-p22-text-004">
            <a:extLst>
              <a:ext uri="{FF2B5EF4-FFF2-40B4-BE49-F238E27FC236}">
                <ns2:creationId id="{3E49285C-E6A9-45AE-BBFB-4E8B930F737F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22 / 25</a:t>
            </a:r>
          </a:p>
        </p:txBody>
      </p:sp>
      <p:sp>
        <p:nvSpPr>
          <p:cNvPr id="5" name="tpl-p22-text-005">
            <a:extLst>
              <a:ext uri="{FF2B5EF4-FFF2-40B4-BE49-F238E27FC236}">
                <ns2:creationId id="{71B18D1D-D044-4071-8DC5-36A5B987D330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冒頭</a:t>
            </a:r>
          </a:p>
        </p:txBody>
      </p:sp>
      <p:sp>
        <p:nvSpPr>
          <p:cNvPr id="7" name="tpl-p22-text-006">
            <a:extLst>
              <a:ext uri="{FF2B5EF4-FFF2-40B4-BE49-F238E27FC236}">
                <ns2:creationId id="{FD9BACA4-7EB4-4FFD-8D12-21A4B6792CDC}"/>
              </a:ext>
            </a:extLst>
          </p:cNvPr>
          <p:cNvSpPr>
            <a:spLocks noGrp="1"/>
          </p:cNvSpPr>
          <p:nvPr/>
        </p:nvSpPr>
        <p:spPr>
          <a:xfrm>
            <a:off x="76200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{{t030}}</a:t>
            </a:r>
          </a:p>
        </p:txBody>
      </p:sp>
      <p:sp>
        <p:nvSpPr>
          <p:cNvPr id="8" name="tpl-p22-text-007">
            <a:extLst>
              <a:ext uri="{FF2B5EF4-FFF2-40B4-BE49-F238E27FC236}">
                <ns2:creationId id="{DCCFBB1E-F271-4CF6-8321-CC74629FCE64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商品を見せる場面</a:t>
            </a:r>
          </a:p>
        </p:txBody>
      </p:sp>
      <p:sp>
        <p:nvSpPr>
          <p:cNvPr id="10" name="tpl-p22-text-008">
            <a:extLst>
              <a:ext uri="{FF2B5EF4-FFF2-40B4-BE49-F238E27FC236}">
                <ns2:creationId id="{77F913C5-DE94-4F88-9CA5-53D27017162E}"/>
              </a:ext>
            </a:extLst>
          </p:cNvPr>
          <p:cNvSpPr>
            <a:spLocks noGrp="1"/>
          </p:cNvSpPr>
          <p:nvPr/>
        </p:nvSpPr>
        <p:spPr>
          <a:xfrm>
            <a:off x="371475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{{t031}}</a:t>
            </a:r>
          </a:p>
        </p:txBody>
      </p:sp>
      <p:sp>
        <p:nvSpPr>
          <p:cNvPr id="11" name="tpl-p22-text-009">
            <a:extLst>
              <a:ext uri="{FF2B5EF4-FFF2-40B4-BE49-F238E27FC236}">
                <ns2:creationId id="{C8B379A3-E7F9-4EF0-94CA-119F7B1A2B03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締め</a:t>
            </a:r>
          </a:p>
        </p:txBody>
      </p:sp>
      <p:sp>
        <p:nvSpPr>
          <p:cNvPr id="13" name="tpl-p22-text-010">
            <a:extLst>
              <a:ext uri="{FF2B5EF4-FFF2-40B4-BE49-F238E27FC236}">
                <ns2:creationId id="{23EA334A-5DE2-4CBF-A09D-8CE45DEB992A}"/>
              </a:ext>
            </a:extLst>
          </p:cNvPr>
          <p:cNvSpPr>
            <a:spLocks noGrp="1"/>
          </p:cNvSpPr>
          <p:nvPr/>
        </p:nvSpPr>
        <p:spPr>
          <a:xfrm>
            <a:off x="666750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{{t032}}</a:t>
            </a:r>
          </a:p>
        </p:txBody>
      </p:sp>
      <p:sp>
        <p:nvSpPr>
          <p:cNvPr id="14" name="tpl-p22-text-011">
            <a:extLst>
              <a:ext uri="{FF2B5EF4-FFF2-40B4-BE49-F238E27FC236}">
                <ns2:creationId id="{D208D216-A8F6-404B-8664-60048AD2862B}"/>
              </a:ext>
            </a:extLst>
          </p:cNvPr>
          <p:cNvSpPr>
            <a:spLocks noGrp="1"/>
          </p:cNvSpPr>
          <p:nvPr/>
        </p:nvSpPr>
        <p:spPr>
          <a:xfrm>
            <a:off x="10058400" y="2743200"/>
            <a:ext cx="7467600" cy="2762250"/>
          </a:xfrm>
          <a:prstGeom prst="roundRect">
            <a:avLst>
              <a:gd name="adj" fmla="val 620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5" name="tpl-p22-text-012">
            <a:extLst>
              <a:ext uri="{FF2B5EF4-FFF2-40B4-BE49-F238E27FC236}">
                <ns2:creationId id="{0C1684F5-D759-421B-85E6-AC4BB7D49E88}"/>
              </a:ext>
            </a:extLst>
          </p:cNvPr>
          <p:cNvSpPr>
            <a:spLocks noGrp="1"/>
          </p:cNvSpPr>
          <p:nvPr/>
        </p:nvSpPr>
        <p:spPr>
          <a:xfrm>
            <a:off x="10058400" y="5715000"/>
            <a:ext cx="7467600" cy="2762250"/>
          </a:xfrm>
          <a:prstGeom prst="roundRect">
            <a:avLst>
              <a:gd name="adj" fmla="val 6207"/>
            </a:avLst>
          </a:prstGeom>
          <a:solidFill>
            <a:srgbClr val="F0F9FF"/>
          </a:solidFill>
          <a:ln w="0">
            <a:noFill/>
          </a:ln>
        </p:spPr>
      </p:sp>
      <p:sp>
        <p:nvSpPr>
          <p:cNvPr id="16" name="tpl-p22-text-013">
            <a:extLst>
              <a:ext uri="{FF2B5EF4-FFF2-40B4-BE49-F238E27FC236}">
                <ns2:creationId id="{D3FB6B79-1BC5-4002-B8CD-1A2C7B5A1B95}"/>
              </a:ext>
            </a:extLst>
          </p:cNvPr>
          <p:cNvSpPr>
            <a:spLocks noGrp="1"/>
          </p:cNvSpPr>
          <p:nvPr/>
        </p:nvSpPr>
        <p:spPr>
          <a:xfrm>
            <a:off x="10287000" y="2905125"/>
            <a:ext cx="701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{{t033}}</a:t>
            </a:r>
          </a:p>
        </p:txBody>
      </p:sp>
      <p:sp>
        <p:nvSpPr>
          <p:cNvPr id="17" name="tpl-p22-text-014">
            <a:extLst>
              <a:ext uri="{FF2B5EF4-FFF2-40B4-BE49-F238E27FC236}">
                <ns2:creationId id="{EF27426C-742E-4CE2-BFD2-D82B98FA07A9}"/>
              </a:ext>
            </a:extLst>
          </p:cNvPr>
          <p:cNvSpPr>
            <a:spLocks noGrp="1"/>
          </p:cNvSpPr>
          <p:nvPr/>
        </p:nvSpPr>
        <p:spPr>
          <a:xfrm>
            <a:off x="10287000" y="3676650"/>
            <a:ext cx="70104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32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{{t034}}</a:t>
            </a:r>
          </a:p>
        </p:txBody>
      </p:sp>
      <p:sp>
        <p:nvSpPr>
          <p:cNvPr id="18" name="tpl-p22-text-015">
            <a:extLst>
              <a:ext uri="{FF2B5EF4-FFF2-40B4-BE49-F238E27FC236}">
                <ns2:creationId id="{D0A118D4-973C-41BC-8CA7-8B167C525834}"/>
              </a:ext>
            </a:extLst>
          </p:cNvPr>
          <p:cNvSpPr>
            <a:spLocks noGrp="1"/>
          </p:cNvSpPr>
          <p:nvPr/>
        </p:nvSpPr>
        <p:spPr>
          <a:xfrm>
            <a:off x="10287000" y="5876925"/>
            <a:ext cx="701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{{t035}}</a:t>
            </a:r>
          </a:p>
        </p:txBody>
      </p:sp>
      <p:sp>
        <p:nvSpPr>
          <p:cNvPr id="19" name="tpl-p22-text-016">
            <a:extLst>
              <a:ext uri="{FF2B5EF4-FFF2-40B4-BE49-F238E27FC236}">
                <ns2:creationId id="{D305F0C4-1D8E-4A5E-B7D9-0EC651A0F2D7}"/>
              </a:ext>
            </a:extLst>
          </p:cNvPr>
          <p:cNvSpPr>
            <a:spLocks noGrp="1"/>
          </p:cNvSpPr>
          <p:nvPr/>
        </p:nvSpPr>
        <p:spPr>
          <a:xfrm>
            <a:off x="10287000" y="6677025"/>
            <a:ext cx="70104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32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{{t036}}</a:t>
            </a:r>
          </a:p>
        </p:txBody>
      </p:sp>
      <p:sp>
        <p:nvSpPr>
          <p:cNvPr id="20" name="tpl-p22-text-017">
            <a:extLst>
              <a:ext uri="{FF2B5EF4-FFF2-40B4-BE49-F238E27FC236}">
                <ns2:creationId id="{B201CF82-E060-419F-9B23-36BAEA5CBF77}"/>
              </a:ext>
            </a:extLst>
          </p:cNvPr>
          <p:cNvSpPr>
            <a:spLocks noGrp="1"/>
          </p:cNvSpPr>
          <p:nvPr/>
        </p:nvSpPr>
        <p:spPr>
          <a:xfrm>
            <a:off x="762000" y="886777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投稿を開く</a:t>
            </a:r>
          </a:p>
        </p:txBody>
      </p:sp>
      <p:sp>
        <p:nvSpPr>
          <p:cNvPr id="22" name="tpl-p22-image-01">
            <a:extLst>
              <a:ext uri="{FF2B5EF4-FFF2-40B4-BE49-F238E27FC236}">
                <ns2:creationId id="{526F4AEF-7AAB-4051-8E57-20ED35F15C2F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356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{{i109}}</a:t>
            </a:r>
          </a:p>
        </p:txBody>
      </p:sp>
      <p:sp>
        <p:nvSpPr>
          <p:cNvPr id="23" name="tpl-p22-image-02">
            <a:extLst>
              <a:ext uri="{FF2B5EF4-FFF2-40B4-BE49-F238E27FC236}">
                <ns2:creationId id="{1D3153A0-728E-4343-8A09-8B3A5224888B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371631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{{i110}}</a:t>
            </a:r>
          </a:p>
        </p:txBody>
      </p:sp>
      <p:sp>
        <p:nvSpPr>
          <p:cNvPr id="24" name="tpl-p22-image-03">
            <a:extLst>
              <a:ext uri="{FF2B5EF4-FFF2-40B4-BE49-F238E27FC236}">
                <ns2:creationId id="{5D97CD19-59DD-42C4-973F-4FB06846A90B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666906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{{i111}}</a:t>
            </a:r>
          </a:p>
        </p:txBody>
      </p:sp>
    </p:spTree>
    <p:extLst>
      <p:ext uri="{BB962C8B-B14F-4D97-AF65-F5344CB8AC3E}">
        <ns3:creationId val="937741515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tpl-p23-text-001">
            <a:extLst>
              <a:ext uri="{FF2B5EF4-FFF2-40B4-BE49-F238E27FC236}">
                <ns2:creationId id="{8FB65E34-35CD-4C96-BA60-D8834AD7A0E3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23-text-002">
            <a:extLst>
              <a:ext uri="{FF2B5EF4-FFF2-40B4-BE49-F238E27FC236}">
                <ns2:creationId id="{BE9B1045-78BF-4948-A204-18A691C1E92D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競合PR分析｜{{pr_title_3}}</a:t>
            </a:r>
          </a:p>
        </p:txBody>
      </p:sp>
      <p:sp>
        <p:nvSpPr>
          <p:cNvPr id="3" name="tpl-p23-text-003">
            <a:extLst>
              <a:ext uri="{FF2B5EF4-FFF2-40B4-BE49-F238E27FC236}">
                <ns2:creationId id="{AC8DB4F7-8B86-4F8E-A4C2-EA30255054AB}"/>
              </a:ext>
            </a:extLst>
          </p:cNvPr>
          <p:cNvSpPr>
            <a:spLocks noGrp="1"/>
          </p:cNvSpPr>
          <p:nvPr/>
        </p:nvSpPr>
        <p:spPr>
          <a:xfrm>
            <a:off x="762000" y="1819275"/>
            <a:ext cx="167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02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202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{{pr_meta_3}}</a:t>
            </a:r>
          </a:p>
        </p:txBody>
      </p:sp>
      <p:sp>
        <p:nvSpPr>
          <p:cNvPr id="4" name="tpl-p23-text-004">
            <a:extLst>
              <a:ext uri="{FF2B5EF4-FFF2-40B4-BE49-F238E27FC236}">
                <ns2:creationId id="{D4ED4A23-7EA8-4806-8369-DBC3C915DB10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23 / 25</a:t>
            </a:r>
          </a:p>
        </p:txBody>
      </p:sp>
      <p:sp>
        <p:nvSpPr>
          <p:cNvPr id="5" name="tpl-p23-text-005">
            <a:extLst>
              <a:ext uri="{FF2B5EF4-FFF2-40B4-BE49-F238E27FC236}">
                <ns2:creationId id="{FD49682C-0242-401B-B386-36E0F0E56B29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冒頭</a:t>
            </a:r>
          </a:p>
        </p:txBody>
      </p:sp>
      <p:sp>
        <p:nvSpPr>
          <p:cNvPr id="7" name="tpl-p23-text-006">
            <a:extLst>
              <a:ext uri="{FF2B5EF4-FFF2-40B4-BE49-F238E27FC236}">
                <ns2:creationId id="{0050F7D2-EA4B-4FD6-8514-53444FC364E7}"/>
              </a:ext>
            </a:extLst>
          </p:cNvPr>
          <p:cNvSpPr>
            <a:spLocks noGrp="1"/>
          </p:cNvSpPr>
          <p:nvPr/>
        </p:nvSpPr>
        <p:spPr>
          <a:xfrm>
            <a:off x="76200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{{t037}}</a:t>
            </a:r>
          </a:p>
        </p:txBody>
      </p:sp>
      <p:sp>
        <p:nvSpPr>
          <p:cNvPr id="8" name="tpl-p23-text-007">
            <a:extLst>
              <a:ext uri="{FF2B5EF4-FFF2-40B4-BE49-F238E27FC236}">
                <ns2:creationId id="{66B4BCAB-D800-4AA4-AC32-CF1AFDB9C0E1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商品を見せる場面</a:t>
            </a:r>
          </a:p>
        </p:txBody>
      </p:sp>
      <p:sp>
        <p:nvSpPr>
          <p:cNvPr id="10" name="tpl-p23-text-008">
            <a:extLst>
              <a:ext uri="{FF2B5EF4-FFF2-40B4-BE49-F238E27FC236}">
                <ns2:creationId id="{D306FD2B-C2B6-4306-B093-8A2A40D552A0}"/>
              </a:ext>
            </a:extLst>
          </p:cNvPr>
          <p:cNvSpPr>
            <a:spLocks noGrp="1"/>
          </p:cNvSpPr>
          <p:nvPr/>
        </p:nvSpPr>
        <p:spPr>
          <a:xfrm>
            <a:off x="371475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{{t038}}</a:t>
            </a:r>
          </a:p>
        </p:txBody>
      </p:sp>
      <p:sp>
        <p:nvSpPr>
          <p:cNvPr id="11" name="tpl-p23-text-009">
            <a:extLst>
              <a:ext uri="{FF2B5EF4-FFF2-40B4-BE49-F238E27FC236}">
                <ns2:creationId id="{2A3B8E15-0E62-49EC-9DE9-0E086675C2F3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締め</a:t>
            </a:r>
          </a:p>
        </p:txBody>
      </p:sp>
      <p:sp>
        <p:nvSpPr>
          <p:cNvPr id="13" name="tpl-p23-text-010">
            <a:extLst>
              <a:ext uri="{FF2B5EF4-FFF2-40B4-BE49-F238E27FC236}">
                <ns2:creationId id="{62F05AA7-29D3-4E63-9F74-89D05F18EAD7}"/>
              </a:ext>
            </a:extLst>
          </p:cNvPr>
          <p:cNvSpPr>
            <a:spLocks noGrp="1"/>
          </p:cNvSpPr>
          <p:nvPr/>
        </p:nvSpPr>
        <p:spPr>
          <a:xfrm>
            <a:off x="6667500" y="79724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{{t039}}</a:t>
            </a:r>
          </a:p>
        </p:txBody>
      </p:sp>
      <p:sp>
        <p:nvSpPr>
          <p:cNvPr id="14" name="tpl-p23-text-011">
            <a:extLst>
              <a:ext uri="{FF2B5EF4-FFF2-40B4-BE49-F238E27FC236}">
                <ns2:creationId id="{29961F0C-A96D-44B3-BA20-993E498D0A28}"/>
              </a:ext>
            </a:extLst>
          </p:cNvPr>
          <p:cNvSpPr>
            <a:spLocks noGrp="1"/>
          </p:cNvSpPr>
          <p:nvPr/>
        </p:nvSpPr>
        <p:spPr>
          <a:xfrm>
            <a:off x="10058400" y="2743200"/>
            <a:ext cx="7467600" cy="2762250"/>
          </a:xfrm>
          <a:prstGeom prst="roundRect">
            <a:avLst>
              <a:gd name="adj" fmla="val 6207"/>
            </a:avLst>
          </a:prstGeom>
          <a:solidFill>
            <a:srgbClr val="F8F8FB"/>
          </a:solidFill>
          <a:ln w="0">
            <a:noFill/>
          </a:ln>
        </p:spPr>
      </p:sp>
      <p:sp>
        <p:nvSpPr>
          <p:cNvPr id="15" name="tpl-p23-text-012">
            <a:extLst>
              <a:ext uri="{FF2B5EF4-FFF2-40B4-BE49-F238E27FC236}">
                <ns2:creationId id="{C2CF1A2D-475E-46BB-9592-FE838524BA21}"/>
              </a:ext>
            </a:extLst>
          </p:cNvPr>
          <p:cNvSpPr>
            <a:spLocks noGrp="1"/>
          </p:cNvSpPr>
          <p:nvPr/>
        </p:nvSpPr>
        <p:spPr>
          <a:xfrm>
            <a:off x="10058400" y="5715000"/>
            <a:ext cx="7467600" cy="2762250"/>
          </a:xfrm>
          <a:prstGeom prst="roundRect">
            <a:avLst>
              <a:gd name="adj" fmla="val 6207"/>
            </a:avLst>
          </a:prstGeom>
          <a:solidFill>
            <a:srgbClr val="F0F9FF"/>
          </a:solidFill>
          <a:ln w="0">
            <a:noFill/>
          </a:ln>
        </p:spPr>
      </p:sp>
      <p:sp>
        <p:nvSpPr>
          <p:cNvPr id="16" name="tpl-p23-text-013">
            <a:extLst>
              <a:ext uri="{FF2B5EF4-FFF2-40B4-BE49-F238E27FC236}">
                <ns2:creationId id="{11E10B35-AB83-4396-9122-26862C6066F9}"/>
              </a:ext>
            </a:extLst>
          </p:cNvPr>
          <p:cNvSpPr>
            <a:spLocks noGrp="1"/>
          </p:cNvSpPr>
          <p:nvPr/>
        </p:nvSpPr>
        <p:spPr>
          <a:xfrm>
            <a:off x="10287000" y="2905125"/>
            <a:ext cx="701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{{t040}}</a:t>
            </a:r>
          </a:p>
        </p:txBody>
      </p:sp>
      <p:sp>
        <p:nvSpPr>
          <p:cNvPr id="17" name="tpl-p23-text-014">
            <a:extLst>
              <a:ext uri="{FF2B5EF4-FFF2-40B4-BE49-F238E27FC236}">
                <ns2:creationId id="{B759840C-4895-4FBB-84F6-F19E481B665E}"/>
              </a:ext>
            </a:extLst>
          </p:cNvPr>
          <p:cNvSpPr>
            <a:spLocks noGrp="1"/>
          </p:cNvSpPr>
          <p:nvPr/>
        </p:nvSpPr>
        <p:spPr>
          <a:xfrm>
            <a:off x="10287000" y="3676650"/>
            <a:ext cx="70104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32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{{t041}}</a:t>
            </a:r>
          </a:p>
        </p:txBody>
      </p:sp>
      <p:sp>
        <p:nvSpPr>
          <p:cNvPr id="18" name="tpl-p23-text-015">
            <a:extLst>
              <a:ext uri="{FF2B5EF4-FFF2-40B4-BE49-F238E27FC236}">
                <ns2:creationId id="{DFB10284-F57A-4048-930C-C87494990B53}"/>
              </a:ext>
            </a:extLst>
          </p:cNvPr>
          <p:cNvSpPr>
            <a:spLocks noGrp="1"/>
          </p:cNvSpPr>
          <p:nvPr/>
        </p:nvSpPr>
        <p:spPr>
          <a:xfrm>
            <a:off x="10287000" y="5876925"/>
            <a:ext cx="701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850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pPr>
            <a:r>
              <a:rPr sz="2850" b="1">
                <a:solidFill>
                  <a:srgbClr val="0055AD"/>
                </a:solidFill>
                <a:latin typeface="YuGothic"/>
                <a:ea typeface="YuGothic"/>
                <a:cs typeface="YuGothic"/>
              </a:rPr>
              <a:t>{{t042}}</a:t>
            </a:r>
          </a:p>
        </p:txBody>
      </p:sp>
      <p:sp>
        <p:nvSpPr>
          <p:cNvPr id="19" name="tpl-p23-text-016">
            <a:extLst>
              <a:ext uri="{FF2B5EF4-FFF2-40B4-BE49-F238E27FC236}">
                <ns2:creationId id="{FD1A176D-3476-4C53-9559-BBE9E1E5FA34}"/>
              </a:ext>
            </a:extLst>
          </p:cNvPr>
          <p:cNvSpPr>
            <a:spLocks noGrp="1"/>
          </p:cNvSpPr>
          <p:nvPr/>
        </p:nvSpPr>
        <p:spPr>
          <a:xfrm>
            <a:off x="10287000" y="6677025"/>
            <a:ext cx="70104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325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325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{{t043}}</a:t>
            </a:r>
          </a:p>
        </p:txBody>
      </p:sp>
      <p:sp>
        <p:nvSpPr>
          <p:cNvPr id="20" name="tpl-p23-text-017">
            <a:extLst>
              <a:ext uri="{FF2B5EF4-FFF2-40B4-BE49-F238E27FC236}">
                <ns2:creationId id="{B7A61A14-E70B-4AE2-9620-7B6264242280}"/>
              </a:ext>
            </a:extLst>
          </p:cNvPr>
          <p:cNvSpPr>
            <a:spLocks noGrp="1"/>
          </p:cNvSpPr>
          <p:nvPr/>
        </p:nvSpPr>
        <p:spPr>
          <a:xfrm>
            <a:off x="762000" y="886777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75" b="1">
                <a:solidFill>
                  <a:srgbClr val="0055AD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2400" b="0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2400" b="0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投稿を開く</a:t>
            </a:r>
          </a:p>
        </p:txBody>
      </p:sp>
      <p:sp>
        <p:nvSpPr>
          <p:cNvPr id="22" name="tpl-p23-image-01">
            <a:extLst>
              <a:ext uri="{FF2B5EF4-FFF2-40B4-BE49-F238E27FC236}">
                <ns2:creationId id="{DE286B0F-6827-4C18-8F99-F52BCC4919A4}"/>
              </a:ext>
            </a:extLst>
          </p:cNvPr>
          <p:cNvSpPr>
            <a:spLocks noGrp="1"/>
          </p:cNvSpPr>
          <p:nvPr>
            <p:ph type="pic" idx="01"/>
          </p:nvPr>
        </p:nvSpPr>
        <p:spPr>
          <a:xfrm>
            <a:off x="76356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{{i112}}</a:t>
            </a:r>
          </a:p>
        </p:txBody>
      </p:sp>
      <p:sp>
        <p:nvSpPr>
          <p:cNvPr id="23" name="tpl-p23-image-02">
            <a:extLst>
              <a:ext uri="{FF2B5EF4-FFF2-40B4-BE49-F238E27FC236}">
                <ns2:creationId id="{C10DE194-F289-4D1E-819F-A0C91B051E3F}"/>
              </a:ext>
            </a:extLst>
          </p:cNvPr>
          <p:cNvSpPr>
            <a:spLocks noGrp="1"/>
          </p:cNvSpPr>
          <p:nvPr>
            <p:ph type="pic" idx="02"/>
          </p:nvPr>
        </p:nvSpPr>
        <p:spPr>
          <a:xfrm>
            <a:off x="371631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{{i113}}</a:t>
            </a:r>
          </a:p>
        </p:txBody>
      </p:sp>
      <p:sp>
        <p:nvSpPr>
          <p:cNvPr id="24" name="tpl-p23-image-03">
            <a:extLst>
              <a:ext uri="{FF2B5EF4-FFF2-40B4-BE49-F238E27FC236}">
                <ns2:creationId id="{0FA4BEF4-373C-41ED-84E4-CA088E7E435C}"/>
              </a:ext>
            </a:extLst>
          </p:cNvPr>
          <p:cNvSpPr>
            <a:spLocks noGrp="1"/>
          </p:cNvSpPr>
          <p:nvPr>
            <p:ph type="pic" idx="03"/>
          </p:nvPr>
        </p:nvSpPr>
        <p:spPr>
          <a:xfrm>
            <a:off x="6669061" y="3400425"/>
            <a:ext cx="2473377" cy="4400550"/>
          </a:xfrm>
          <a:prstGeom prst="rect">
            <a:avLst/>
          </a:prstGeom>
          <a:solidFill>
            <a:srgbClr val="F1F1F4"/>
          </a:solidFill>
          <a:ln w="9525">
            <a:solidFill>
              <a:srgbClr val="B9B9BD"/>
            </a:solidFill>
            <a:prstDash val="dash"/>
          </a:ln>
        </p:spPr>
        <p:txBody>
          <a:bodyPr lIns="19050" tIns="19050" rIns="19050" bIns="19050" anchor="ctr">
            <a:noAutofit/>
          </a:bodyPr>
          <a:lstStyle>
            <a:def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ctr">
              <a:defRPr sz="135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35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{{i114}}</a:t>
            </a:r>
          </a:p>
        </p:txBody>
      </p:sp>
    </p:spTree>
    <p:extLst>
      <p:ext uri="{BB962C8B-B14F-4D97-AF65-F5344CB8AC3E}">
        <ns3:creationId val="1819681076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pl-p24-text-001">
            <a:extLst>
              <a:ext uri="{FF2B5EF4-FFF2-40B4-BE49-F238E27FC236}">
                <ns2:creationId id="{B652D40C-DB34-4A78-98C7-F39FF402221F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24-text-002">
            <a:extLst>
              <a:ext uri="{FF2B5EF4-FFF2-40B4-BE49-F238E27FC236}">
                <ns2:creationId id="{22DE1CF7-8F79-4142-A2E1-5250190464B5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自社へのご提案｜ご相談したい2つの動画案</a:t>
            </a:r>
          </a:p>
        </p:txBody>
      </p:sp>
      <p:sp>
        <p:nvSpPr>
          <p:cNvPr id="3" name="tpl-p24-text-003">
            <a:extLst>
              <a:ext uri="{FF2B5EF4-FFF2-40B4-BE49-F238E27FC236}">
                <ns2:creationId id="{BEEE7B25-55AA-49EE-AD8E-77FBE10BAC3E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24 / 25</a:t>
            </a:r>
          </a:p>
        </p:txBody>
      </p:sp>
      <p:graphicFrame>
        <p:nvGraphicFramePr>
          <p:cNvPr id="4" name="tpl-p24-table-01">
            <a:extLst>
              <a:ext uri="{FF2B5EF4-FFF2-40B4-BE49-F238E27FC236}">
                <ns2:creationId id="{C4D2FBEB-07B5-4ABE-A0D3-C72A94EE6FDC}"/>
              </a:ext>
            </a:extLst>
          </p:cNvPr>
          <p:cNvGraphicFramePr/>
          <p:nvPr/>
        </p:nvGraphicFramePr>
        <p:xfrm>
          <a:off x="762000" y="2952750"/>
          <a:ext cx="16764000" cy="6000750"/>
        </p:xfrm>
        <a:graphic>
          <a:graphicData uri="http://schemas.openxmlformats.org/drawingml/2006/table">
            <a:tbl>
              <a:tblPr/>
              <a:tblGrid>
                <a:gridCol w="3238500"/>
                <a:gridCol w="6762750"/>
                <a:gridCol w="6762750"/>
              </a:tblGrid>
              <a:tr h="8001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提案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{{t044}}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{{t045}}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</a:tr>
              <a:tr h="866775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使う場面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{{t046}}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{{t047}}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冒頭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{{t048}}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{{t049}}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展開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{{t050}}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{{t051}}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締め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ご相談したいこと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{{t055}}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主な指標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{{t056}}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{{t057}}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62993177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pl-p25-text-001">
            <a:extLst>
              <a:ext uri="{FF2B5EF4-FFF2-40B4-BE49-F238E27FC236}">
                <ns2:creationId id="{88DFC47C-E026-468A-A7DE-1E610B5D5036}"/>
              </a:ext>
            </a:extLst>
          </p:cNvPr>
          <p:cNvSpPr>
            <a:spLocks noGrp="1"/>
          </p:cNvSpPr>
          <p:nvPr/>
        </p:nvSpPr>
        <p:spPr>
          <a:xfrm>
            <a:off x="13620750" y="3619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TikTok検索・競合調査</a:t>
            </a:r>
          </a:p>
        </p:txBody>
      </p:sp>
      <p:sp>
        <p:nvSpPr>
          <p:cNvPr id="2" name="tpl-p25-text-002">
            <a:extLst>
              <a:ext uri="{FF2B5EF4-FFF2-40B4-BE49-F238E27FC236}">
                <ns2:creationId id="{111D0A99-2110-4467-99AB-2ADF8C1C9DE1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676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4350" b="1">
                <a:solidFill>
                  <a:srgbClr val="000000"/>
                </a:solidFill>
                <a:latin typeface="YuGothic"/>
                <a:ea typeface="YuGothic"/>
                <a:cs typeface="YuGothic"/>
              </a:defRPr>
            </a:pPr>
            <a:r>
              <a:rPr sz="4350" b="1">
                <a:solidFill>
                  <a:srgbClr val="000000"/>
                </a:solidFill>
                <a:latin typeface="YuGothic"/>
                <a:ea typeface="YuGothic"/>
                <a:cs typeface="YuGothic"/>
              </a:rPr>
              <a:t>調査条件・指標｜この資料の見方</a:t>
            </a:r>
          </a:p>
        </p:txBody>
      </p:sp>
      <p:sp>
        <p:nvSpPr>
          <p:cNvPr id="3" name="tpl-p25-text-003">
            <a:extLst>
              <a:ext uri="{FF2B5EF4-FFF2-40B4-BE49-F238E27FC236}">
                <ns2:creationId id="{E0A68968-409D-487E-B470-58949D2BB473}"/>
              </a:ext>
            </a:extLst>
          </p:cNvPr>
          <p:cNvSpPr>
            <a:spLocks noGrp="1"/>
          </p:cNvSpPr>
          <p:nvPr/>
        </p:nvSpPr>
        <p:spPr>
          <a:xfrm>
            <a:off x="15811500" y="98869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r">
              <a:buNone/>
              <a:defRPr sz="1575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575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25 / 25</a:t>
            </a:r>
          </a:p>
        </p:txBody>
      </p:sp>
      <p:graphicFrame>
        <p:nvGraphicFramePr>
          <p:cNvPr id="4" name="tpl-p25-table-01">
            <a:extLst>
              <a:ext uri="{FF2B5EF4-FFF2-40B4-BE49-F238E27FC236}">
                <ns2:creationId id="{7458361D-6BCC-438B-A9DD-4F5FBB6B0148}"/>
              </a:ext>
            </a:extLst>
          </p:cNvPr>
          <p:cNvGraphicFramePr/>
          <p:nvPr/>
        </p:nvGraphicFramePr>
        <p:xfrm>
          <a:off x="762000" y="2952750"/>
          <a:ext cx="16764000" cy="5943600"/>
        </p:xfrm>
        <a:graphic>
          <a:graphicData uri="http://schemas.openxmlformats.org/drawingml/2006/table">
            <a:tbl>
              <a:tblPr/>
              <a:tblGrid>
                <a:gridCol w="3429000"/>
                <a:gridCol w="13335000"/>
              </a:tblGrid>
              <a:tr h="80010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項目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今回の条件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1F1F4"/>
                    </a:solidFill>
                  </a:tcPr>
                </a:tc>
              </a:tr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取得条件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{{t059}}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集計・掲載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{{t060}}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トータル再生数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{{t061}}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反応率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{{t062}}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PRバッジ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{{t063}}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分析範囲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YuGothic"/>
                          <a:ea typeface="YuGothic"/>
                          <a:cs typeface="YuGothic"/>
                        </a:rPr>
                        <a:t>{{t064}}</a:t>
                      </a:r>
                    </a:p>
                  </a:txBody>
                  <a:tcPr marL="228600" marR="228600" marT="133350" marB="13335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E6E6E6"/>
                      </a:solidFill>
                      <a:prstDash val="solid"/>
                    </a:lnT>
                    <a:lnB w="9525">
                      <a:solidFill>
                        <a:srgbClr val="E6E6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pl-p25-text-004">
            <a:extLst>
              <a:ext uri="{FF2B5EF4-FFF2-40B4-BE49-F238E27FC236}">
                <ns2:creationId id="{0447AE76-5E73-44AA-A443-352EA4502179}"/>
              </a:ext>
            </a:extLst>
          </p:cNvPr>
          <p:cNvSpPr>
            <a:spLocks noGrp="1"/>
          </p:cNvSpPr>
          <p:nvPr/>
        </p:nvSpPr>
        <p:spPr>
          <a:xfrm>
            <a:off x="762000" y="9296400"/>
            <a:ext cx="1676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defPPr>
            <a:lvl1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1pPr>
            <a:lvl2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2pPr>
            <a:lvl3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3pPr>
            <a:lvl4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4pPr>
            <a:lvl5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5pPr>
            <a:lvl6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6pPr>
            <a:lvl7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7pPr>
            <a:lvl8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8pPr>
            <a:lvl9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lvl9pPr>
          </a:lstStyle>
          <a:p>
            <a:pPr algn="l">
              <a:buNone/>
              <a:defRPr sz="1800" b="0">
                <a:solidFill>
                  <a:srgbClr val="626264"/>
                </a:solidFill>
                <a:latin typeface="YuGothic"/>
                <a:ea typeface="YuGothic"/>
                <a:cs typeface="YuGothic"/>
              </a:defRPr>
            </a:pPr>
            <a:r>
              <a:rPr sz="1800" b="0">
                <a:solidFill>
                  <a:srgbClr val="626264"/>
                </a:solidFill>
                <a:latin typeface="YuGothic"/>
                <a:ea typeface="YuGothic"/>
                <a:cs typeface="YuGothic"/>
              </a:rPr>
              <a:t>{{t058}}</a:t>
            </a:r>
          </a:p>
        </p:txBody>
      </p:sp>
    </p:spTree>
    <p:extLst>
      <p:ext uri="{BB962C8B-B14F-4D97-AF65-F5344CB8AC3E}">
        <ns3:creationId val="1497279264"/>
      </p:ext>
    </p:extLst>
  </p:cSld>
</p:sld>
</file>

<file path=ppt/theme/theme1.xml><?xml version="1.0" encoding="utf-8"?>
<a:theme xmlns:a="http://schemas.openxmlformats.org/drawingml/2006/main" name="ChatGPT">
  <a:themeElements>
    <a:clrScheme name="Digital Agency Dashboard Design Template Light Blue — PowerPoint adaptation">
      <a:dk1>
        <a:srgbClr val="000000"/>
      </a:dk1>
      <a:lt1>
        <a:srgbClr val="FFFFFF"/>
      </a:lt1>
      <a:dk2>
        <a:srgbClr val="333333"/>
      </a:dk2>
      <a:lt2>
        <a:srgbClr val="F1F1F4"/>
      </a:lt2>
      <a:accent1>
        <a:srgbClr val="0055AD"/>
      </a:accent1>
      <a:accent2>
        <a:srgbClr val="008BF2"/>
      </a:accent2>
      <a:accent3>
        <a:srgbClr val="115A36"/>
      </a:accent3>
      <a:accent4>
        <a:srgbClr val="CE0000"/>
      </a:accent4>
      <a:accent5>
        <a:srgbClr val="C0E4FF"/>
      </a:accent5>
      <a:accent6>
        <a:srgbClr val="626264"/>
      </a:accent6>
      <a:hlink>
        <a:srgbClr val="0017C1"/>
      </a:hlink>
      <a:folHlink>
        <a:srgbClr val="0017C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igital Agency Dashboard Design Template Light Blue — PowerPoint adapt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Presentation</Application>
  <Slides>25</Slides>
</Properties>
</file>

<file path=docProps/core.xml><?xml version="1.0" encoding="utf-8"?>
<cp:coreProperties xmlns:cp="http://schemas.openxmlformats.org/package/2006/metadata/core-properties" xmlns:dc="http://purl.org/dc/elements/1.1/">
  <dc:title>TikTok Sales Research Template</dc:title>
</cp:coreProperties>
</file>