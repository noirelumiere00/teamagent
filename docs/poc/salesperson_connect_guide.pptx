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48472" y="-2011680"/>
            <a:ext cx="5029200" cy="502920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480560"/>
            <a:ext cx="3840480" cy="38404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371600"/>
            <a:ext cx="1371600" cy="13716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7007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3464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AIエージェントに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自分のGoogleをつなぐ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960120" y="47091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2C39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〜 3分で完了・カンタン3ステップ 〜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9C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営業メンバー向け かんたんガイド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これは何？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68680" y="1417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AIが提案づくりを手伝う</a:t>
            </a:r>
            <a:pPr indent="0" marL="0">
              <a:buNone/>
            </a:pPr>
            <a:r>
              <a:rPr lang="en-US" sz="2200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ために、あなたのGoogleを </a:t>
            </a:r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“見るだけ”</a:t>
            </a:r>
            <a:pPr indent="0" marL="0">
              <a:buNone/>
            </a:pPr>
            <a:r>
              <a:rPr lang="en-US" sz="2200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で活用します。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68680" y="2651760"/>
            <a:ext cx="3291840" cy="3108960"/>
          </a:xfrm>
          <a:prstGeom prst="roundRect">
            <a:avLst>
              <a:gd name="adj" fmla="val 4118"/>
            </a:avLst>
          </a:prstGeom>
          <a:solidFill>
            <a:srgbClr val="EAF7F5"/>
          </a:solidFill>
          <a:ln w="12700">
            <a:solidFill>
              <a:srgbClr val="CDE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971800"/>
            <a:ext cx="1005840" cy="10058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3140" y="32232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160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予定（カレンダー）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5156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いつ・誰と商談したか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80560" y="2651760"/>
            <a:ext cx="3291840" cy="3108960"/>
          </a:xfrm>
          <a:prstGeom prst="roundRect">
            <a:avLst>
              <a:gd name="adj" fmla="val 4118"/>
            </a:avLst>
          </a:prstGeom>
          <a:solidFill>
            <a:srgbClr val="EAF7F5"/>
          </a:solidFill>
          <a:ln w="12700">
            <a:solidFill>
              <a:srgbClr val="CDE9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23560" y="2971800"/>
            <a:ext cx="1005840" cy="10058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32232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4160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メール（Gmail）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クライアントとのやりとり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92440" y="2651760"/>
            <a:ext cx="3291840" cy="3108960"/>
          </a:xfrm>
          <a:prstGeom prst="roundRect">
            <a:avLst>
              <a:gd name="adj" fmla="val 4118"/>
            </a:avLst>
          </a:prstGeom>
          <a:solidFill>
            <a:srgbClr val="EAF7F5"/>
          </a:solidFill>
          <a:ln w="12700">
            <a:solidFill>
              <a:srgbClr val="CDE9E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235440" y="2971800"/>
            <a:ext cx="1005840" cy="10058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0" y="322326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4160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資料（ドライブ）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827532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過去提案・事例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※ あなたの代わりにメールを送ったり、ファイルを変更したりは しません。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安心してください。3つの約束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68680" y="1828800"/>
            <a:ext cx="3291840" cy="3931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CDE9E4"/>
            </a:solidFill>
            <a:prstDash val="solid"/>
          </a:ln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65960" y="2286000"/>
            <a:ext cx="1097280" cy="109728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0280" y="25603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見るだけ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9728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データは変更しません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（参照のみ／readonly）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480560" y="1828800"/>
            <a:ext cx="3291840" cy="3931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CDE9E4"/>
            </a:solidFill>
            <a:prstDash val="solid"/>
          </a:ln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577840" y="2286000"/>
            <a:ext cx="1097280" cy="1097280"/>
          </a:xfrm>
          <a:prstGeom prst="ellipse">
            <a:avLst/>
          </a:prstGeom>
          <a:solidFill>
            <a:srgbClr val="00A896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603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あなただけ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470916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他の人には見えません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（あなた専用の連携）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92440" y="1828800"/>
            <a:ext cx="3291840" cy="3931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CDE9E4"/>
            </a:solidFill>
            <a:prstDash val="solid"/>
          </a:ln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89720" y="2286000"/>
            <a:ext cx="1097280" cy="109728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56032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7532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いつでも解除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832104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Googleの設定から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ワンタップでOFF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つなぎ方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079992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1 / 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743200" cy="27432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4160520" y="2148840"/>
            <a:ext cx="1188720" cy="11887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0" y="244602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0" y="35661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届いたリンクを開く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160520" y="4526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Slack や メールで届く「連携リンク」をタップするだけ。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394960" y="61264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Shape 8"/>
          <p:cNvSpPr/>
          <p:nvPr/>
        </p:nvSpPr>
        <p:spPr>
          <a:xfrm>
            <a:off x="5897880" y="6126480"/>
            <a:ext cx="292608" cy="292608"/>
          </a:xfrm>
          <a:prstGeom prst="ellipse">
            <a:avLst/>
          </a:prstGeom>
          <a:solidFill>
            <a:srgbClr val="CDE9E4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0" y="6126480"/>
            <a:ext cx="292608" cy="292608"/>
          </a:xfrm>
          <a:prstGeom prst="ellipse">
            <a:avLst/>
          </a:prstGeom>
          <a:solidFill>
            <a:srgbClr val="CDE9E4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つなぎ方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079992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/ 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743200" cy="27432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4160520" y="2148840"/>
            <a:ext cx="1188720" cy="11887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0" y="244602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0" y="35661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自分のGoogleでログイン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160520" y="4526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いつも使っている自分のアカウントを選んでログイン。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394960" y="61264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Shape 8"/>
          <p:cNvSpPr/>
          <p:nvPr/>
        </p:nvSpPr>
        <p:spPr>
          <a:xfrm>
            <a:off x="5897880" y="61264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0" y="6126480"/>
            <a:ext cx="292608" cy="292608"/>
          </a:xfrm>
          <a:prstGeom prst="ellipse">
            <a:avLst/>
          </a:prstGeom>
          <a:solidFill>
            <a:srgbClr val="CDE9E4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つなぎ方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079992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3 / 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743200" cy="27432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4160520" y="2148840"/>
            <a:ext cx="1188720" cy="11887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0" y="244602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0" y="35661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「許可」をタップ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160520" y="4526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表示された項目（すべて“見るだけ”）を確認して「許可」。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394960" y="61264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Shape 8"/>
          <p:cNvSpPr/>
          <p:nvPr/>
        </p:nvSpPr>
        <p:spPr>
          <a:xfrm>
            <a:off x="5897880" y="61264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0" y="61264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114800" cy="411480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868680"/>
            <a:ext cx="1463040" cy="14630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4144" y="1197864"/>
            <a:ext cx="804672" cy="8046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完了！ これで準備OK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342900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あとは AI に話しかけるだけ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108960" y="4297680"/>
            <a:ext cx="594360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457200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023360" y="42976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「森ビルの次の提案つくって」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914400" y="557784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FD6D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あなたの予定・メール・資料を踏まえて、AIが提案を組み立てます。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よくある質問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68680" y="1600200"/>
            <a:ext cx="10469880" cy="1234440"/>
          </a:xfrm>
          <a:prstGeom prst="roundRect">
            <a:avLst>
              <a:gd name="adj" fmla="val 8889"/>
            </a:avLst>
          </a:prstGeom>
          <a:solidFill>
            <a:srgbClr val="EAF7F5"/>
          </a:solidFill>
          <a:ln w="12700">
            <a:solidFill>
              <a:srgbClr val="CDE9E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1892808"/>
            <a:ext cx="658368" cy="658368"/>
          </a:xfrm>
          <a:prstGeom prst="ellipse">
            <a:avLst/>
          </a:prstGeom>
          <a:solidFill>
            <a:srgbClr val="00A896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1008" y="2050816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57400" y="174650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Q. </a:t>
            </a:r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勝手にメールを送られたりしない？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2057400" y="22402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A. </a:t>
            </a:r>
            <a:pPr indent="0" marL="0"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いいえ。見るだけで、送信・変更・削除は一切しません。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68680" y="3017520"/>
            <a:ext cx="10469880" cy="1234440"/>
          </a:xfrm>
          <a:prstGeom prst="roundRect">
            <a:avLst>
              <a:gd name="adj" fmla="val 8889"/>
            </a:avLst>
          </a:prstGeom>
          <a:solidFill>
            <a:srgbClr val="EAF7F5"/>
          </a:solidFill>
          <a:ln w="12700">
            <a:solidFill>
              <a:srgbClr val="CDE9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3310128"/>
            <a:ext cx="658368" cy="658368"/>
          </a:xfrm>
          <a:prstGeom prst="ellipse">
            <a:avLst/>
          </a:prstGeom>
          <a:solidFill>
            <a:srgbClr val="00A896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008" y="3468136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57400" y="316382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Q. </a:t>
            </a:r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他の人に自分のデータを見られる？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2057400" y="365760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A. </a:t>
            </a:r>
            <a:pPr indent="0" marL="0"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いいえ。あなた専用の連携です。他の人のデータも見えません。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68680" y="4434840"/>
            <a:ext cx="10469880" cy="1234440"/>
          </a:xfrm>
          <a:prstGeom prst="roundRect">
            <a:avLst>
              <a:gd name="adj" fmla="val 8889"/>
            </a:avLst>
          </a:prstGeom>
          <a:solidFill>
            <a:srgbClr val="EAF7F5"/>
          </a:solidFill>
          <a:ln w="12700">
            <a:solidFill>
              <a:srgbClr val="CDE9E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43000" y="4727448"/>
            <a:ext cx="658368" cy="658368"/>
          </a:xfrm>
          <a:prstGeom prst="ellipse">
            <a:avLst/>
          </a:prstGeom>
          <a:solidFill>
            <a:srgbClr val="00A896"/>
          </a:solidFill>
          <a:ln/>
          <a:effectLst>
            <a:outerShdw sx="100000" sy="100000" kx="0" ky="0" algn="bl" rotWithShape="0" blurRad="114300" dist="38100" dir="8100000">
              <a:srgbClr val="0E2A30">
                <a:alpha val="16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008" y="4885456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57400" y="45811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Q. </a:t>
            </a:r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やめたくなったら？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2057400" y="507492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A. </a:t>
            </a:r>
            <a:pPr indent="0" marL="0">
              <a:buNone/>
            </a:pPr>
            <a:r>
              <a:rPr lang="en-US" sz="16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いつでも Google アカウント設定から解除できます。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68680" y="6126480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6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困ったら：社内Slack #teamagent まで気軽にどうぞ 🙌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AIエージェント連携ガイド（営業向け）</dc:title>
  <dc:subject>PptxGenJS Presentation</dc:subject>
  <dc:creator>TeamAgent</dc:creator>
  <cp:lastModifiedBy>TeamAgent</cp:lastModifiedBy>
  <cp:revision>1</cp:revision>
  <dcterms:created xsi:type="dcterms:W3CDTF">2026-06-03T10:27:49Z</dcterms:created>
  <dcterms:modified xsi:type="dcterms:W3CDTF">2026-06-03T10:27:49Z</dcterms:modified>
</cp:coreProperties>
</file>